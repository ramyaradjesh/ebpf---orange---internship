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0" r:id="rId2"/>
    <p:sldMasterId id="2147483684" r:id="rId3"/>
    <p:sldMasterId id="2147483694" r:id="rId4"/>
  </p:sldMasterIdLst>
  <p:notesMasterIdLst>
    <p:notesMasterId r:id="rId20"/>
  </p:notesMasterIdLst>
  <p:sldIdLst>
    <p:sldId id="256" r:id="rId5"/>
    <p:sldId id="257" r:id="rId6"/>
    <p:sldId id="258" r:id="rId7"/>
    <p:sldId id="259" r:id="rId8"/>
    <p:sldId id="266" r:id="rId9"/>
    <p:sldId id="260" r:id="rId10"/>
    <p:sldId id="261" r:id="rId11"/>
    <p:sldId id="262" r:id="rId12"/>
    <p:sldId id="263" r:id="rId13"/>
    <p:sldId id="264" r:id="rId14"/>
    <p:sldId id="265" r:id="rId15"/>
    <p:sldId id="267" r:id="rId16"/>
    <p:sldId id="270" r:id="rId17"/>
    <p:sldId id="268" r:id="rId18"/>
    <p:sldId id="26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176D13-58C6-3D45-A760-F97A9498993F}" v="968" dt="2024-09-04T12:57:37.0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756"/>
    <p:restoredTop sz="79398"/>
  </p:normalViewPr>
  <p:slideViewPr>
    <p:cSldViewPr snapToGrid="0">
      <p:cViewPr varScale="1">
        <p:scale>
          <a:sx n="87" d="100"/>
          <a:sy n="87" d="100"/>
        </p:scale>
        <p:origin x="1296" y="200"/>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diagrams/_rels/data1.xml.rels><?xml version="1.0" encoding="UTF-8" standalone="yes"?>
<Relationships xmlns="http://schemas.openxmlformats.org/package/2006/relationships"><Relationship Id="rId1" Type="http://schemas.openxmlformats.org/officeDocument/2006/relationships/image" Target="../media/image4.jpg"/></Relationships>
</file>

<file path=ppt/diagrams/_rels/drawing1.xml.rels><?xml version="1.0" encoding="UTF-8" standalone="yes"?>
<Relationships xmlns="http://schemas.openxmlformats.org/package/2006/relationships"><Relationship Id="rId1" Type="http://schemas.openxmlformats.org/officeDocument/2006/relationships/image" Target="../media/image4.jp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59F1AEB-1177-5447-94C6-8A701AACEC5E}"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GB"/>
        </a:p>
      </dgm:t>
    </dgm:pt>
    <dgm:pt modelId="{67C6B8AF-3744-0F49-8F03-E5A8510EC28E}">
      <dgm:prSet/>
      <dgm:spPr>
        <a:solidFill>
          <a:schemeClr val="accent1">
            <a:lumMod val="75000"/>
          </a:schemeClr>
        </a:solidFill>
      </dgm:spPr>
      <dgm:t>
        <a:bodyPr/>
        <a:lstStyle/>
        <a:p>
          <a:r>
            <a:rPr lang="en-GB" dirty="0"/>
            <a:t>Mobile Security</a:t>
          </a:r>
        </a:p>
      </dgm:t>
    </dgm:pt>
    <dgm:pt modelId="{E6792BC4-FD1D-CB4D-B41F-6CB78B6025A9}" type="parTrans" cxnId="{2F05EF17-11F3-7745-B822-668CB3BB298A}">
      <dgm:prSet/>
      <dgm:spPr/>
      <dgm:t>
        <a:bodyPr/>
        <a:lstStyle/>
        <a:p>
          <a:endParaRPr lang="en-GB"/>
        </a:p>
      </dgm:t>
    </dgm:pt>
    <dgm:pt modelId="{616CE7E4-BC05-5741-9A61-65B895A61E6E}" type="sibTrans" cxnId="{2F05EF17-11F3-7745-B822-668CB3BB298A}">
      <dgm:prSet/>
      <dgm:spPr/>
      <dgm:t>
        <a:bodyPr/>
        <a:lstStyle/>
        <a:p>
          <a:endParaRPr lang="en-GB"/>
        </a:p>
      </dgm:t>
    </dgm:pt>
    <dgm:pt modelId="{EDDE3585-EDEC-7445-8C02-E5C82D41E071}">
      <dgm:prSet/>
      <dgm:spPr>
        <a:solidFill>
          <a:schemeClr val="accent1">
            <a:lumMod val="90000"/>
          </a:schemeClr>
        </a:solidFill>
      </dgm:spPr>
      <dgm:t>
        <a:bodyPr/>
        <a:lstStyle/>
        <a:p>
          <a:r>
            <a:rPr lang="en-GB" dirty="0"/>
            <a:t>Android Security</a:t>
          </a:r>
        </a:p>
      </dgm:t>
    </dgm:pt>
    <dgm:pt modelId="{6552B92E-F79A-3E49-B739-248BBD791FF7}" type="parTrans" cxnId="{401E62E6-E03C-C94C-BE76-A615EC637CD5}">
      <dgm:prSet/>
      <dgm:spPr/>
      <dgm:t>
        <a:bodyPr/>
        <a:lstStyle/>
        <a:p>
          <a:endParaRPr lang="en-GB"/>
        </a:p>
      </dgm:t>
    </dgm:pt>
    <dgm:pt modelId="{F653FB9B-785E-3A4D-AB37-FBB5C674ADD2}" type="sibTrans" cxnId="{401E62E6-E03C-C94C-BE76-A615EC637CD5}">
      <dgm:prSet/>
      <dgm:spPr/>
      <dgm:t>
        <a:bodyPr/>
        <a:lstStyle/>
        <a:p>
          <a:endParaRPr lang="en-GB"/>
        </a:p>
      </dgm:t>
    </dgm:pt>
    <dgm:pt modelId="{15F90B6D-98A1-A248-818C-893C49806BF6}">
      <dgm:prSet/>
      <dgm:spPr>
        <a:solidFill>
          <a:schemeClr val="tx1">
            <a:lumMod val="85000"/>
          </a:schemeClr>
        </a:solidFill>
      </dgm:spPr>
      <dgm:t>
        <a:bodyPr/>
        <a:lstStyle/>
        <a:p>
          <a:r>
            <a:rPr lang="en-GB" dirty="0"/>
            <a:t>eBPF</a:t>
          </a:r>
        </a:p>
      </dgm:t>
    </dgm:pt>
    <dgm:pt modelId="{FF804BF8-0235-4245-818C-0D3E32B3F1FF}" type="parTrans" cxnId="{CDFB3952-C364-354F-89B2-494D9128DAFE}">
      <dgm:prSet/>
      <dgm:spPr/>
      <dgm:t>
        <a:bodyPr/>
        <a:lstStyle/>
        <a:p>
          <a:endParaRPr lang="en-GB"/>
        </a:p>
      </dgm:t>
    </dgm:pt>
    <dgm:pt modelId="{CB092689-0412-B649-B89F-57D6585EAA08}" type="sibTrans" cxnId="{CDFB3952-C364-354F-89B2-494D9128DAFE}">
      <dgm:prSet/>
      <dgm:spPr/>
      <dgm:t>
        <a:bodyPr/>
        <a:lstStyle/>
        <a:p>
          <a:endParaRPr lang="en-GB"/>
        </a:p>
      </dgm:t>
    </dgm:pt>
    <dgm:pt modelId="{22365DFD-550F-BD4A-8B08-D9EC954C44D0}" type="pres">
      <dgm:prSet presAssocID="{159F1AEB-1177-5447-94C6-8A701AACEC5E}" presName="linearFlow" presStyleCnt="0">
        <dgm:presLayoutVars>
          <dgm:dir/>
          <dgm:resizeHandles val="exact"/>
        </dgm:presLayoutVars>
      </dgm:prSet>
      <dgm:spPr/>
    </dgm:pt>
    <dgm:pt modelId="{77E84571-E396-474E-A671-983A45646CCE}" type="pres">
      <dgm:prSet presAssocID="{67C6B8AF-3744-0F49-8F03-E5A8510EC28E}" presName="composite" presStyleCnt="0"/>
      <dgm:spPr/>
    </dgm:pt>
    <dgm:pt modelId="{18D67CB9-880F-F34E-9405-3D9BDE89F6F5}" type="pres">
      <dgm:prSet presAssocID="{67C6B8AF-3744-0F49-8F03-E5A8510EC28E}" presName="imgShp" presStyleLbl="fgImgPlac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pt>
    <dgm:pt modelId="{DE09A9AE-6C32-6043-B326-DD9B210CBA95}" type="pres">
      <dgm:prSet presAssocID="{67C6B8AF-3744-0F49-8F03-E5A8510EC28E}" presName="txShp" presStyleLbl="node1" presStyleIdx="0" presStyleCnt="3" custLinFactNeighborX="1159" custLinFactNeighborY="1674">
        <dgm:presLayoutVars>
          <dgm:bulletEnabled val="1"/>
        </dgm:presLayoutVars>
      </dgm:prSet>
      <dgm:spPr/>
    </dgm:pt>
    <dgm:pt modelId="{642E1D32-0347-EC42-9EDF-FCEF07D13E93}" type="pres">
      <dgm:prSet presAssocID="{616CE7E4-BC05-5741-9A61-65B895A61E6E}" presName="spacing" presStyleCnt="0"/>
      <dgm:spPr/>
    </dgm:pt>
    <dgm:pt modelId="{A7D87BE4-3093-744F-81A9-B236AA73FC0C}" type="pres">
      <dgm:prSet presAssocID="{EDDE3585-EDEC-7445-8C02-E5C82D41E071}" presName="composite" presStyleCnt="0"/>
      <dgm:spPr/>
    </dgm:pt>
    <dgm:pt modelId="{D8A9F12B-8551-7742-BABA-D9E908E969BA}" type="pres">
      <dgm:prSet presAssocID="{EDDE3585-EDEC-7445-8C02-E5C82D41E071}" presName="imgShp" presStyleLbl="fgImgPlace1" presStyleIdx="1" presStyleCnt="3"/>
      <dgm:spPr>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pt>
    <dgm:pt modelId="{92D3B99A-6386-6241-9E80-B58E28CE5B45}" type="pres">
      <dgm:prSet presAssocID="{EDDE3585-EDEC-7445-8C02-E5C82D41E071}" presName="txShp" presStyleLbl="node1" presStyleIdx="1" presStyleCnt="3" custLinFactNeighborX="1117" custLinFactNeighborY="-4414">
        <dgm:presLayoutVars>
          <dgm:bulletEnabled val="1"/>
        </dgm:presLayoutVars>
      </dgm:prSet>
      <dgm:spPr/>
    </dgm:pt>
    <dgm:pt modelId="{627F90B6-BF70-6943-A0D5-139E23326527}" type="pres">
      <dgm:prSet presAssocID="{F653FB9B-785E-3A4D-AB37-FBB5C674ADD2}" presName="spacing" presStyleCnt="0"/>
      <dgm:spPr/>
    </dgm:pt>
    <dgm:pt modelId="{955E6B0F-76E1-1142-9E96-96EFE5C9690B}" type="pres">
      <dgm:prSet presAssocID="{15F90B6D-98A1-A248-818C-893C49806BF6}" presName="composite" presStyleCnt="0"/>
      <dgm:spPr/>
    </dgm:pt>
    <dgm:pt modelId="{5EFD1734-D627-6A46-AE23-1520CA34EA89}" type="pres">
      <dgm:prSet presAssocID="{15F90B6D-98A1-A248-818C-893C49806BF6}" presName="imgShp" presStyleLbl="fgImgPlace1" presStyleIdx="2" presStyleCnt="3"/>
      <dgm:spPr>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pt>
    <dgm:pt modelId="{E4978BD9-BD6B-B04E-A697-D3014248F72E}" type="pres">
      <dgm:prSet presAssocID="{15F90B6D-98A1-A248-818C-893C49806BF6}" presName="txShp" presStyleLbl="node1" presStyleIdx="2" presStyleCnt="3">
        <dgm:presLayoutVars>
          <dgm:bulletEnabled val="1"/>
        </dgm:presLayoutVars>
      </dgm:prSet>
      <dgm:spPr/>
    </dgm:pt>
  </dgm:ptLst>
  <dgm:cxnLst>
    <dgm:cxn modelId="{2F05EF17-11F3-7745-B822-668CB3BB298A}" srcId="{159F1AEB-1177-5447-94C6-8A701AACEC5E}" destId="{67C6B8AF-3744-0F49-8F03-E5A8510EC28E}" srcOrd="0" destOrd="0" parTransId="{E6792BC4-FD1D-CB4D-B41F-6CB78B6025A9}" sibTransId="{616CE7E4-BC05-5741-9A61-65B895A61E6E}"/>
    <dgm:cxn modelId="{2E092338-2510-ED4C-841F-3BDEDFAD346A}" type="presOf" srcId="{159F1AEB-1177-5447-94C6-8A701AACEC5E}" destId="{22365DFD-550F-BD4A-8B08-D9EC954C44D0}" srcOrd="0" destOrd="0" presId="urn:microsoft.com/office/officeart/2005/8/layout/vList3"/>
    <dgm:cxn modelId="{CDFB3952-C364-354F-89B2-494D9128DAFE}" srcId="{159F1AEB-1177-5447-94C6-8A701AACEC5E}" destId="{15F90B6D-98A1-A248-818C-893C49806BF6}" srcOrd="2" destOrd="0" parTransId="{FF804BF8-0235-4245-818C-0D3E32B3F1FF}" sibTransId="{CB092689-0412-B649-B89F-57D6585EAA08}"/>
    <dgm:cxn modelId="{1F7C8A7A-8E65-D142-B25A-81BF5385B129}" type="presOf" srcId="{15F90B6D-98A1-A248-818C-893C49806BF6}" destId="{E4978BD9-BD6B-B04E-A697-D3014248F72E}" srcOrd="0" destOrd="0" presId="urn:microsoft.com/office/officeart/2005/8/layout/vList3"/>
    <dgm:cxn modelId="{E26C87BC-7BC6-A148-A84B-925751877CE2}" type="presOf" srcId="{67C6B8AF-3744-0F49-8F03-E5A8510EC28E}" destId="{DE09A9AE-6C32-6043-B326-DD9B210CBA95}" srcOrd="0" destOrd="0" presId="urn:microsoft.com/office/officeart/2005/8/layout/vList3"/>
    <dgm:cxn modelId="{75D558CA-BC3D-6841-AAC7-85BF198216A3}" type="presOf" srcId="{EDDE3585-EDEC-7445-8C02-E5C82D41E071}" destId="{92D3B99A-6386-6241-9E80-B58E28CE5B45}" srcOrd="0" destOrd="0" presId="urn:microsoft.com/office/officeart/2005/8/layout/vList3"/>
    <dgm:cxn modelId="{401E62E6-E03C-C94C-BE76-A615EC637CD5}" srcId="{159F1AEB-1177-5447-94C6-8A701AACEC5E}" destId="{EDDE3585-EDEC-7445-8C02-E5C82D41E071}" srcOrd="1" destOrd="0" parTransId="{6552B92E-F79A-3E49-B739-248BBD791FF7}" sibTransId="{F653FB9B-785E-3A4D-AB37-FBB5C674ADD2}"/>
    <dgm:cxn modelId="{50410DA8-7172-934B-9090-7B9EDD30FF34}" type="presParOf" srcId="{22365DFD-550F-BD4A-8B08-D9EC954C44D0}" destId="{77E84571-E396-474E-A671-983A45646CCE}" srcOrd="0" destOrd="0" presId="urn:microsoft.com/office/officeart/2005/8/layout/vList3"/>
    <dgm:cxn modelId="{171EF760-F647-4245-B48A-5C9AD70D7826}" type="presParOf" srcId="{77E84571-E396-474E-A671-983A45646CCE}" destId="{18D67CB9-880F-F34E-9405-3D9BDE89F6F5}" srcOrd="0" destOrd="0" presId="urn:microsoft.com/office/officeart/2005/8/layout/vList3"/>
    <dgm:cxn modelId="{FE185860-8DB6-8341-B0F0-9FBDB067A43C}" type="presParOf" srcId="{77E84571-E396-474E-A671-983A45646CCE}" destId="{DE09A9AE-6C32-6043-B326-DD9B210CBA95}" srcOrd="1" destOrd="0" presId="urn:microsoft.com/office/officeart/2005/8/layout/vList3"/>
    <dgm:cxn modelId="{57FAE3A3-2CDB-7840-8307-E8DF6DED6BFC}" type="presParOf" srcId="{22365DFD-550F-BD4A-8B08-D9EC954C44D0}" destId="{642E1D32-0347-EC42-9EDF-FCEF07D13E93}" srcOrd="1" destOrd="0" presId="urn:microsoft.com/office/officeart/2005/8/layout/vList3"/>
    <dgm:cxn modelId="{F0579DC6-2453-3E4F-8302-649B4ACE8A9F}" type="presParOf" srcId="{22365DFD-550F-BD4A-8B08-D9EC954C44D0}" destId="{A7D87BE4-3093-744F-81A9-B236AA73FC0C}" srcOrd="2" destOrd="0" presId="urn:microsoft.com/office/officeart/2005/8/layout/vList3"/>
    <dgm:cxn modelId="{D6293CBB-E697-F743-8BD1-18822D74104B}" type="presParOf" srcId="{A7D87BE4-3093-744F-81A9-B236AA73FC0C}" destId="{D8A9F12B-8551-7742-BABA-D9E908E969BA}" srcOrd="0" destOrd="0" presId="urn:microsoft.com/office/officeart/2005/8/layout/vList3"/>
    <dgm:cxn modelId="{A60A7A83-6823-4B41-9147-595D2448BC23}" type="presParOf" srcId="{A7D87BE4-3093-744F-81A9-B236AA73FC0C}" destId="{92D3B99A-6386-6241-9E80-B58E28CE5B45}" srcOrd="1" destOrd="0" presId="urn:microsoft.com/office/officeart/2005/8/layout/vList3"/>
    <dgm:cxn modelId="{6019A7B4-8E21-A642-91AC-612A31FB7A61}" type="presParOf" srcId="{22365DFD-550F-BD4A-8B08-D9EC954C44D0}" destId="{627F90B6-BF70-6943-A0D5-139E23326527}" srcOrd="3" destOrd="0" presId="urn:microsoft.com/office/officeart/2005/8/layout/vList3"/>
    <dgm:cxn modelId="{FB8E1810-D154-2846-89B3-C4809DDAFBA0}" type="presParOf" srcId="{22365DFD-550F-BD4A-8B08-D9EC954C44D0}" destId="{955E6B0F-76E1-1142-9E96-96EFE5C9690B}" srcOrd="4" destOrd="0" presId="urn:microsoft.com/office/officeart/2005/8/layout/vList3"/>
    <dgm:cxn modelId="{92378E0A-AEF3-7F48-9976-C8AD5C5C11FB}" type="presParOf" srcId="{955E6B0F-76E1-1142-9E96-96EFE5C9690B}" destId="{5EFD1734-D627-6A46-AE23-1520CA34EA89}" srcOrd="0" destOrd="0" presId="urn:microsoft.com/office/officeart/2005/8/layout/vList3"/>
    <dgm:cxn modelId="{D04A5139-7660-A243-8912-9D96C19BC831}" type="presParOf" srcId="{955E6B0F-76E1-1142-9E96-96EFE5C9690B}" destId="{E4978BD9-BD6B-B04E-A697-D3014248F72E}"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09A9AE-6C32-6043-B326-DD9B210CBA95}">
      <dsp:nvSpPr>
        <dsp:cNvPr id="0" name=""/>
        <dsp:cNvSpPr/>
      </dsp:nvSpPr>
      <dsp:spPr>
        <a:xfrm rot="10800000">
          <a:off x="1436116" y="11043"/>
          <a:ext cx="4840380" cy="643290"/>
        </a:xfrm>
        <a:prstGeom prst="homePlate">
          <a:avLst/>
        </a:prstGeom>
        <a:solidFill>
          <a:schemeClr val="accent1">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3673" tIns="125730" rIns="234696" bIns="125730" numCol="1" spcCol="1270" anchor="ctr" anchorCtr="0">
          <a:noAutofit/>
        </a:bodyPr>
        <a:lstStyle/>
        <a:p>
          <a:pPr marL="0" lvl="0" indent="0" algn="ctr" defTabSz="1466850">
            <a:lnSpc>
              <a:spcPct val="90000"/>
            </a:lnSpc>
            <a:spcBef>
              <a:spcPct val="0"/>
            </a:spcBef>
            <a:spcAft>
              <a:spcPct val="35000"/>
            </a:spcAft>
            <a:buNone/>
          </a:pPr>
          <a:r>
            <a:rPr lang="en-GB" sz="3300" kern="1200" dirty="0"/>
            <a:t>Mobile Security</a:t>
          </a:r>
        </a:p>
      </dsp:txBody>
      <dsp:txXfrm rot="10800000">
        <a:off x="1596938" y="11043"/>
        <a:ext cx="4679558" cy="643290"/>
      </dsp:txXfrm>
    </dsp:sp>
    <dsp:sp modelId="{18D67CB9-880F-F34E-9405-3D9BDE89F6F5}">
      <dsp:nvSpPr>
        <dsp:cNvPr id="0" name=""/>
        <dsp:cNvSpPr/>
      </dsp:nvSpPr>
      <dsp:spPr>
        <a:xfrm>
          <a:off x="1058371" y="274"/>
          <a:ext cx="643290" cy="643290"/>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2D3B99A-6386-6241-9E80-B58E28CE5B45}">
      <dsp:nvSpPr>
        <dsp:cNvPr id="0" name=""/>
        <dsp:cNvSpPr/>
      </dsp:nvSpPr>
      <dsp:spPr>
        <a:xfrm rot="10800000">
          <a:off x="1434083" y="775992"/>
          <a:ext cx="4840380" cy="643290"/>
        </a:xfrm>
        <a:prstGeom prst="homePlate">
          <a:avLst/>
        </a:prstGeom>
        <a:solidFill>
          <a:schemeClr val="accent1">
            <a:lumMod val="9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3673" tIns="125730" rIns="234696" bIns="125730" numCol="1" spcCol="1270" anchor="ctr" anchorCtr="0">
          <a:noAutofit/>
        </a:bodyPr>
        <a:lstStyle/>
        <a:p>
          <a:pPr marL="0" lvl="0" indent="0" algn="ctr" defTabSz="1466850">
            <a:lnSpc>
              <a:spcPct val="90000"/>
            </a:lnSpc>
            <a:spcBef>
              <a:spcPct val="0"/>
            </a:spcBef>
            <a:spcAft>
              <a:spcPct val="35000"/>
            </a:spcAft>
            <a:buNone/>
          </a:pPr>
          <a:r>
            <a:rPr lang="en-GB" sz="3300" kern="1200" dirty="0"/>
            <a:t>Android Security</a:t>
          </a:r>
        </a:p>
      </dsp:txBody>
      <dsp:txXfrm rot="10800000">
        <a:off x="1594905" y="775992"/>
        <a:ext cx="4679558" cy="643290"/>
      </dsp:txXfrm>
    </dsp:sp>
    <dsp:sp modelId="{D8A9F12B-8551-7742-BABA-D9E908E969BA}">
      <dsp:nvSpPr>
        <dsp:cNvPr id="0" name=""/>
        <dsp:cNvSpPr/>
      </dsp:nvSpPr>
      <dsp:spPr>
        <a:xfrm>
          <a:off x="1058371" y="804387"/>
          <a:ext cx="643290" cy="643290"/>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4978BD9-BD6B-B04E-A697-D3014248F72E}">
      <dsp:nvSpPr>
        <dsp:cNvPr id="0" name=""/>
        <dsp:cNvSpPr/>
      </dsp:nvSpPr>
      <dsp:spPr>
        <a:xfrm rot="10800000">
          <a:off x="1380016" y="1608500"/>
          <a:ext cx="4840380" cy="643290"/>
        </a:xfrm>
        <a:prstGeom prst="homePlate">
          <a:avLst/>
        </a:prstGeom>
        <a:solidFill>
          <a:schemeClr val="tx1">
            <a:lumMod val="8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3673" tIns="125730" rIns="234696" bIns="125730" numCol="1" spcCol="1270" anchor="ctr" anchorCtr="0">
          <a:noAutofit/>
        </a:bodyPr>
        <a:lstStyle/>
        <a:p>
          <a:pPr marL="0" lvl="0" indent="0" algn="ctr" defTabSz="1466850">
            <a:lnSpc>
              <a:spcPct val="90000"/>
            </a:lnSpc>
            <a:spcBef>
              <a:spcPct val="0"/>
            </a:spcBef>
            <a:spcAft>
              <a:spcPct val="35000"/>
            </a:spcAft>
            <a:buNone/>
          </a:pPr>
          <a:r>
            <a:rPr lang="en-GB" sz="3300" kern="1200" dirty="0"/>
            <a:t>eBPF</a:t>
          </a:r>
        </a:p>
      </dsp:txBody>
      <dsp:txXfrm rot="10800000">
        <a:off x="1540838" y="1608500"/>
        <a:ext cx="4679558" cy="643290"/>
      </dsp:txXfrm>
    </dsp:sp>
    <dsp:sp modelId="{5EFD1734-D627-6A46-AE23-1520CA34EA89}">
      <dsp:nvSpPr>
        <dsp:cNvPr id="0" name=""/>
        <dsp:cNvSpPr/>
      </dsp:nvSpPr>
      <dsp:spPr>
        <a:xfrm>
          <a:off x="1058371" y="1608500"/>
          <a:ext cx="643290" cy="643290"/>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7F0784-942F-5E46-AE2E-4DE992552DF5}" type="datetimeFigureOut">
              <a:rPr lang="en-FR" smtClean="0"/>
              <a:t>04/09/2024</a:t>
            </a:fld>
            <a:endParaRPr lang="en-F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3BBF74-8B31-D44B-B8A3-59110504706A}" type="slidenum">
              <a:rPr lang="en-FR" smtClean="0"/>
              <a:t>‹#›</a:t>
            </a:fld>
            <a:endParaRPr lang="en-FR"/>
          </a:p>
        </p:txBody>
      </p:sp>
    </p:spTree>
    <p:extLst>
      <p:ext uri="{BB962C8B-B14F-4D97-AF65-F5344CB8AC3E}">
        <p14:creationId xmlns:p14="http://schemas.microsoft.com/office/powerpoint/2010/main" val="1167561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FR" dirty="0"/>
              <a:t>French</a:t>
            </a:r>
          </a:p>
        </p:txBody>
      </p:sp>
      <p:sp>
        <p:nvSpPr>
          <p:cNvPr id="4" name="Slide Number Placeholder 3"/>
          <p:cNvSpPr>
            <a:spLocks noGrp="1"/>
          </p:cNvSpPr>
          <p:nvPr>
            <p:ph type="sldNum" sz="quarter" idx="5"/>
          </p:nvPr>
        </p:nvSpPr>
        <p:spPr/>
        <p:txBody>
          <a:bodyPr/>
          <a:lstStyle/>
          <a:p>
            <a:fld id="{393BBF74-8B31-D44B-B8A3-59110504706A}" type="slidenum">
              <a:rPr lang="en-FR" smtClean="0"/>
              <a:t>2</a:t>
            </a:fld>
            <a:endParaRPr lang="en-FR"/>
          </a:p>
        </p:txBody>
      </p:sp>
    </p:spTree>
    <p:extLst>
      <p:ext uri="{BB962C8B-B14F-4D97-AF65-F5344CB8AC3E}">
        <p14:creationId xmlns:p14="http://schemas.microsoft.com/office/powerpoint/2010/main" val="16794283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FR" dirty="0"/>
          </a:p>
        </p:txBody>
      </p:sp>
      <p:sp>
        <p:nvSpPr>
          <p:cNvPr id="4" name="Slide Number Placeholder 3"/>
          <p:cNvSpPr>
            <a:spLocks noGrp="1"/>
          </p:cNvSpPr>
          <p:nvPr>
            <p:ph type="sldNum" sz="quarter" idx="5"/>
          </p:nvPr>
        </p:nvSpPr>
        <p:spPr/>
        <p:txBody>
          <a:bodyPr/>
          <a:lstStyle/>
          <a:p>
            <a:fld id="{393BBF74-8B31-D44B-B8A3-59110504706A}" type="slidenum">
              <a:rPr lang="en-FR" smtClean="0"/>
              <a:t>3</a:t>
            </a:fld>
            <a:endParaRPr lang="en-FR"/>
          </a:p>
        </p:txBody>
      </p:sp>
    </p:spTree>
    <p:extLst>
      <p:ext uri="{BB962C8B-B14F-4D97-AF65-F5344CB8AC3E}">
        <p14:creationId xmlns:p14="http://schemas.microsoft.com/office/powerpoint/2010/main" val="42820564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FR" dirty="0"/>
          </a:p>
        </p:txBody>
      </p:sp>
      <p:sp>
        <p:nvSpPr>
          <p:cNvPr id="4" name="Slide Number Placeholder 3"/>
          <p:cNvSpPr>
            <a:spLocks noGrp="1"/>
          </p:cNvSpPr>
          <p:nvPr>
            <p:ph type="sldNum" sz="quarter" idx="5"/>
          </p:nvPr>
        </p:nvSpPr>
        <p:spPr/>
        <p:txBody>
          <a:bodyPr/>
          <a:lstStyle/>
          <a:p>
            <a:fld id="{393BBF74-8B31-D44B-B8A3-59110504706A}" type="slidenum">
              <a:rPr lang="en-FR" smtClean="0"/>
              <a:t>6</a:t>
            </a:fld>
            <a:endParaRPr lang="en-FR"/>
          </a:p>
        </p:txBody>
      </p:sp>
    </p:spTree>
    <p:extLst>
      <p:ext uri="{BB962C8B-B14F-4D97-AF65-F5344CB8AC3E}">
        <p14:creationId xmlns:p14="http://schemas.microsoft.com/office/powerpoint/2010/main" val="33737944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FR" dirty="0"/>
          </a:p>
        </p:txBody>
      </p:sp>
      <p:sp>
        <p:nvSpPr>
          <p:cNvPr id="4" name="Slide Number Placeholder 3"/>
          <p:cNvSpPr>
            <a:spLocks noGrp="1"/>
          </p:cNvSpPr>
          <p:nvPr>
            <p:ph type="sldNum" sz="quarter" idx="5"/>
          </p:nvPr>
        </p:nvSpPr>
        <p:spPr/>
        <p:txBody>
          <a:bodyPr/>
          <a:lstStyle/>
          <a:p>
            <a:fld id="{393BBF74-8B31-D44B-B8A3-59110504706A}" type="slidenum">
              <a:rPr lang="en-FR" smtClean="0"/>
              <a:t>10</a:t>
            </a:fld>
            <a:endParaRPr lang="en-FR"/>
          </a:p>
        </p:txBody>
      </p:sp>
    </p:spTree>
    <p:extLst>
      <p:ext uri="{BB962C8B-B14F-4D97-AF65-F5344CB8AC3E}">
        <p14:creationId xmlns:p14="http://schemas.microsoft.com/office/powerpoint/2010/main" val="34225047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FR" dirty="0"/>
          </a:p>
        </p:txBody>
      </p:sp>
      <p:sp>
        <p:nvSpPr>
          <p:cNvPr id="4" name="Slide Number Placeholder 3"/>
          <p:cNvSpPr>
            <a:spLocks noGrp="1"/>
          </p:cNvSpPr>
          <p:nvPr>
            <p:ph type="sldNum" sz="quarter" idx="5"/>
          </p:nvPr>
        </p:nvSpPr>
        <p:spPr/>
        <p:txBody>
          <a:bodyPr/>
          <a:lstStyle/>
          <a:p>
            <a:fld id="{393BBF74-8B31-D44B-B8A3-59110504706A}" type="slidenum">
              <a:rPr lang="en-FR" smtClean="0"/>
              <a:t>14</a:t>
            </a:fld>
            <a:endParaRPr lang="en-FR"/>
          </a:p>
        </p:txBody>
      </p:sp>
    </p:spTree>
    <p:extLst>
      <p:ext uri="{BB962C8B-B14F-4D97-AF65-F5344CB8AC3E}">
        <p14:creationId xmlns:p14="http://schemas.microsoft.com/office/powerpoint/2010/main" val="20356513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re et contenu">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19100" y="1579034"/>
            <a:ext cx="11353800" cy="4487333"/>
          </a:xfrm>
        </p:spPr>
        <p:txBody>
          <a:bodyPr/>
          <a:lstStyle>
            <a:lvl1pPr>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lvl6pPr>
          </a:lstStyle>
          <a:p>
            <a:pPr lvl="0"/>
            <a:r>
              <a:rPr lang="fr-FR" noProof="0" dirty="0"/>
              <a:t>Cliquez pour modifier le texte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a:p>
            <a:pPr lvl="5"/>
            <a:r>
              <a:rPr lang="fr-FR" noProof="0" dirty="0"/>
              <a:t>Sixième niveau</a:t>
            </a:r>
          </a:p>
        </p:txBody>
      </p:sp>
      <p:sp>
        <p:nvSpPr>
          <p:cNvPr id="4" name="Title 3"/>
          <p:cNvSpPr>
            <a:spLocks noGrp="1"/>
          </p:cNvSpPr>
          <p:nvPr>
            <p:ph type="title" hasCustomPrompt="1"/>
          </p:nvPr>
        </p:nvSpPr>
        <p:spPr/>
        <p:txBody>
          <a:bodyPr/>
          <a:lstStyle/>
          <a:p>
            <a:r>
              <a:rPr lang="fr-FR" noProof="0" dirty="0"/>
              <a:t>Cliquez pour modifier le titre</a:t>
            </a:r>
            <a:endParaRPr lang="en-GB" dirty="0"/>
          </a:p>
        </p:txBody>
      </p:sp>
      <p:sp>
        <p:nvSpPr>
          <p:cNvPr id="6" name="TextBox 5"/>
          <p:cNvSpPr txBox="1"/>
          <p:nvPr/>
        </p:nvSpPr>
        <p:spPr>
          <a:xfrm>
            <a:off x="826060" y="6332195"/>
            <a:ext cx="968214" cy="164212"/>
          </a:xfrm>
          <a:prstGeom prst="rect">
            <a:avLst/>
          </a:prstGeom>
          <a:noFill/>
        </p:spPr>
        <p:txBody>
          <a:bodyPr wrap="none" lIns="0" tIns="0" rIns="0" bIns="0" rtlCol="0">
            <a:spAutoFit/>
          </a:bodyPr>
          <a:lstStyle/>
          <a:p>
            <a:r>
              <a:rPr kumimoji="0" lang="fr-FR" sz="1067" b="0" i="0" u="none" strike="noStrike" kern="1200" cap="none" spc="0" normalizeH="0" baseline="0" noProof="0" dirty="0">
                <a:ln>
                  <a:noFill/>
                </a:ln>
                <a:solidFill>
                  <a:schemeClr val="bg2"/>
                </a:solidFill>
                <a:effectLst/>
                <a:uLnTx/>
                <a:uFillTx/>
                <a:latin typeface="Helvetica 75 Bold" panose="020B0804020202020204" pitchFamily="34" charset="0"/>
                <a:ea typeface="+mn-ea"/>
                <a:cs typeface="+mn-cs"/>
              </a:rPr>
              <a:t>Interne Orange</a:t>
            </a:r>
          </a:p>
        </p:txBody>
      </p:sp>
    </p:spTree>
    <p:extLst>
      <p:ext uri="{BB962C8B-B14F-4D97-AF65-F5344CB8AC3E}">
        <p14:creationId xmlns:p14="http://schemas.microsoft.com/office/powerpoint/2010/main" val="1666658401"/>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19102" y="357719"/>
            <a:ext cx="6437997" cy="3069165"/>
          </a:xfrm>
        </p:spPr>
        <p:txBody>
          <a:bodyPr>
            <a:noAutofit/>
          </a:bodyPr>
          <a:lstStyle>
            <a:lvl1pPr algn="l">
              <a:lnSpc>
                <a:spcPct val="85000"/>
              </a:lnSpc>
              <a:defRPr sz="7333" baseline="0">
                <a:solidFill>
                  <a:schemeClr val="tx1"/>
                </a:solidFill>
              </a:defRPr>
            </a:lvl1pPr>
          </a:lstStyle>
          <a:p>
            <a:r>
              <a:rPr lang="fr-FR" noProof="0" dirty="0"/>
              <a:t>Cliquez pour modifier le titre</a:t>
            </a:r>
          </a:p>
        </p:txBody>
      </p:sp>
      <p:sp>
        <p:nvSpPr>
          <p:cNvPr id="17" name="Text Placeholder 17"/>
          <p:cNvSpPr>
            <a:spLocks noGrp="1"/>
          </p:cNvSpPr>
          <p:nvPr>
            <p:ph type="body" sz="quarter" idx="16" hasCustomPrompt="1"/>
          </p:nvPr>
        </p:nvSpPr>
        <p:spPr>
          <a:xfrm>
            <a:off x="7734300" y="355601"/>
            <a:ext cx="4038600" cy="4538133"/>
          </a:xfrm>
        </p:spPr>
        <p:txBody>
          <a:bodyPr/>
          <a:lstStyle>
            <a:lvl1pPr>
              <a:defRPr/>
            </a:lvl1pPr>
          </a:lstStyle>
          <a:p>
            <a:pPr lvl="0"/>
            <a:r>
              <a:rPr lang="fr-FR" noProof="0" dirty="0"/>
              <a:t>Cliquez pour modifier le texte</a:t>
            </a:r>
          </a:p>
          <a:p>
            <a:pPr lvl="1"/>
            <a:r>
              <a:rPr lang="fr-FR" noProof="0" dirty="0"/>
              <a:t>Deuxième niveau</a:t>
            </a:r>
          </a:p>
        </p:txBody>
      </p:sp>
      <p:sp>
        <p:nvSpPr>
          <p:cNvPr id="42" name="Subtitle 2"/>
          <p:cNvSpPr>
            <a:spLocks noGrp="1"/>
          </p:cNvSpPr>
          <p:nvPr>
            <p:ph type="subTitle" idx="1" hasCustomPrompt="1"/>
          </p:nvPr>
        </p:nvSpPr>
        <p:spPr>
          <a:xfrm>
            <a:off x="414250" y="3605525"/>
            <a:ext cx="6441580" cy="1288208"/>
          </a:xfrm>
        </p:spPr>
        <p:txBody>
          <a:bodyPr/>
          <a:lstStyle>
            <a:lvl1pPr marL="0" indent="0" algn="l">
              <a:buNone/>
              <a:defRPr baseline="0">
                <a:solidFill>
                  <a:schemeClr val="tx1"/>
                </a:solidFill>
              </a:defRPr>
            </a:lvl1pPr>
            <a:lvl2pPr marL="241294" indent="-241294" algn="l">
              <a:buClr>
                <a:schemeClr val="bg2"/>
              </a:buClr>
              <a:buSzPct val="100000"/>
              <a:buFont typeface="Wingdings" panose="05000000000000000000" pitchFamily="2" charset="2"/>
              <a:buChar char="§"/>
              <a:defRPr>
                <a:solidFill>
                  <a:schemeClr val="tx1"/>
                </a:solidFill>
              </a:defRPr>
            </a:lvl2pPr>
            <a:lvl3pPr marL="542386" indent="-254394" algn="l">
              <a:spcBef>
                <a:spcPts val="448"/>
              </a:spcBef>
              <a:buClrTx/>
              <a:buFont typeface="Helvetica 55 Roman" panose="020B0604020202020204" pitchFamily="34" charset="0"/>
              <a:buChar char="–"/>
              <a:defRPr>
                <a:solidFill>
                  <a:schemeClr val="tx1"/>
                </a:solidFill>
                <a:latin typeface="Helvetica 55 Roman" panose="020B0604020202020204" pitchFamily="34" charset="0"/>
              </a:defRPr>
            </a:lvl3pPr>
            <a:lvl4pPr marL="791980" indent="-230394" algn="l">
              <a:spcBef>
                <a:spcPts val="32"/>
              </a:spcBef>
              <a:buFont typeface="Helvetica 55 Roman" panose="020B0604020202020204" pitchFamily="34" charset="0"/>
              <a:buChar char="–"/>
              <a:defRPr>
                <a:solidFill>
                  <a:schemeClr val="tx1"/>
                </a:solidFill>
              </a:defRPr>
            </a:lvl4pPr>
            <a:lvl5pPr marL="1065573" indent="-254394" algn="l">
              <a:buFont typeface="Helvetica 55 Roman" panose="020B0604020202020204" pitchFamily="34" charset="0"/>
              <a:buChar char="–"/>
              <a:defRPr>
                <a:solidFill>
                  <a:schemeClr val="tx1"/>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fr-FR" dirty="0"/>
              <a:t>Cliquez pour modifier le nom du présentateur</a:t>
            </a:r>
          </a:p>
        </p:txBody>
      </p:sp>
      <p:grpSp>
        <p:nvGrpSpPr>
          <p:cNvPr id="3" name="Group 2"/>
          <p:cNvGrpSpPr/>
          <p:nvPr/>
        </p:nvGrpSpPr>
        <p:grpSpPr>
          <a:xfrm>
            <a:off x="418048" y="5645152"/>
            <a:ext cx="817033" cy="817033"/>
            <a:chOff x="313535" y="4233863"/>
            <a:chExt cx="612775" cy="612775"/>
          </a:xfrm>
        </p:grpSpPr>
        <p:sp>
          <p:nvSpPr>
            <p:cNvPr id="43" name="Rectangle 5"/>
            <p:cNvSpPr>
              <a:spLocks noChangeArrowheads="1"/>
            </p:cNvSpPr>
            <p:nvPr/>
          </p:nvSpPr>
          <p:spPr bwMode="auto">
            <a:xfrm>
              <a:off x="313535" y="4233863"/>
              <a:ext cx="612775" cy="612775"/>
            </a:xfrm>
            <a:prstGeom prst="rect">
              <a:avLst/>
            </a:prstGeom>
            <a:solidFill>
              <a:srgbClr val="FF79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44" name="Freeform 6"/>
            <p:cNvSpPr>
              <a:spLocks noEditPoints="1"/>
            </p:cNvSpPr>
            <p:nvPr/>
          </p:nvSpPr>
          <p:spPr bwMode="auto">
            <a:xfrm>
              <a:off x="500860" y="4708526"/>
              <a:ext cx="74613" cy="87313"/>
            </a:xfrm>
            <a:custGeom>
              <a:avLst/>
              <a:gdLst>
                <a:gd name="T0" fmla="*/ 66 w 93"/>
                <a:gd name="T1" fmla="*/ 99 h 109"/>
                <a:gd name="T2" fmla="*/ 31 w 93"/>
                <a:gd name="T3" fmla="*/ 109 h 109"/>
                <a:gd name="T4" fmla="*/ 0 w 93"/>
                <a:gd name="T5" fmla="*/ 79 h 109"/>
                <a:gd name="T6" fmla="*/ 66 w 93"/>
                <a:gd name="T7" fmla="*/ 37 h 109"/>
                <a:gd name="T8" fmla="*/ 66 w 93"/>
                <a:gd name="T9" fmla="*/ 32 h 109"/>
                <a:gd name="T10" fmla="*/ 49 w 93"/>
                <a:gd name="T11" fmla="*/ 19 h 109"/>
                <a:gd name="T12" fmla="*/ 24 w 93"/>
                <a:gd name="T13" fmla="*/ 32 h 109"/>
                <a:gd name="T14" fmla="*/ 5 w 93"/>
                <a:gd name="T15" fmla="*/ 21 h 109"/>
                <a:gd name="T16" fmla="*/ 50 w 93"/>
                <a:gd name="T17" fmla="*/ 0 h 109"/>
                <a:gd name="T18" fmla="*/ 93 w 93"/>
                <a:gd name="T19" fmla="*/ 32 h 109"/>
                <a:gd name="T20" fmla="*/ 93 w 93"/>
                <a:gd name="T21" fmla="*/ 108 h 109"/>
                <a:gd name="T22" fmla="*/ 68 w 93"/>
                <a:gd name="T23" fmla="*/ 108 h 109"/>
                <a:gd name="T24" fmla="*/ 66 w 93"/>
                <a:gd name="T25" fmla="*/ 99 h 109"/>
                <a:gd name="T26" fmla="*/ 27 w 93"/>
                <a:gd name="T27" fmla="*/ 77 h 109"/>
                <a:gd name="T28" fmla="*/ 39 w 93"/>
                <a:gd name="T29" fmla="*/ 90 h 109"/>
                <a:gd name="T30" fmla="*/ 65 w 93"/>
                <a:gd name="T31" fmla="*/ 79 h 109"/>
                <a:gd name="T32" fmla="*/ 65 w 93"/>
                <a:gd name="T33" fmla="*/ 54 h 109"/>
                <a:gd name="T34" fmla="*/ 27 w 93"/>
                <a:gd name="T35" fmla="*/ 77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 h="109">
                  <a:moveTo>
                    <a:pt x="66" y="99"/>
                  </a:moveTo>
                  <a:cubicBezTo>
                    <a:pt x="55" y="106"/>
                    <a:pt x="43" y="109"/>
                    <a:pt x="31" y="109"/>
                  </a:cubicBezTo>
                  <a:cubicBezTo>
                    <a:pt x="11" y="109"/>
                    <a:pt x="0" y="96"/>
                    <a:pt x="0" y="79"/>
                  </a:cubicBezTo>
                  <a:cubicBezTo>
                    <a:pt x="0" y="55"/>
                    <a:pt x="21" y="42"/>
                    <a:pt x="66" y="37"/>
                  </a:cubicBezTo>
                  <a:cubicBezTo>
                    <a:pt x="66" y="32"/>
                    <a:pt x="66" y="32"/>
                    <a:pt x="66" y="32"/>
                  </a:cubicBezTo>
                  <a:cubicBezTo>
                    <a:pt x="66" y="24"/>
                    <a:pt x="60" y="19"/>
                    <a:pt x="49" y="19"/>
                  </a:cubicBezTo>
                  <a:cubicBezTo>
                    <a:pt x="39" y="19"/>
                    <a:pt x="30" y="24"/>
                    <a:pt x="24" y="32"/>
                  </a:cubicBezTo>
                  <a:cubicBezTo>
                    <a:pt x="5" y="21"/>
                    <a:pt x="5" y="21"/>
                    <a:pt x="5" y="21"/>
                  </a:cubicBezTo>
                  <a:cubicBezTo>
                    <a:pt x="15" y="7"/>
                    <a:pt x="30" y="0"/>
                    <a:pt x="50" y="0"/>
                  </a:cubicBezTo>
                  <a:cubicBezTo>
                    <a:pt x="77" y="0"/>
                    <a:pt x="93" y="12"/>
                    <a:pt x="93" y="32"/>
                  </a:cubicBezTo>
                  <a:cubicBezTo>
                    <a:pt x="93" y="32"/>
                    <a:pt x="93" y="108"/>
                    <a:pt x="93" y="108"/>
                  </a:cubicBezTo>
                  <a:cubicBezTo>
                    <a:pt x="68" y="108"/>
                    <a:pt x="68" y="108"/>
                    <a:pt x="68" y="108"/>
                  </a:cubicBezTo>
                  <a:lnTo>
                    <a:pt x="66" y="99"/>
                  </a:lnTo>
                  <a:close/>
                  <a:moveTo>
                    <a:pt x="27" y="77"/>
                  </a:moveTo>
                  <a:cubicBezTo>
                    <a:pt x="27" y="84"/>
                    <a:pt x="31" y="90"/>
                    <a:pt x="39" y="90"/>
                  </a:cubicBezTo>
                  <a:cubicBezTo>
                    <a:pt x="48" y="90"/>
                    <a:pt x="57" y="87"/>
                    <a:pt x="65" y="79"/>
                  </a:cubicBezTo>
                  <a:cubicBezTo>
                    <a:pt x="65" y="54"/>
                    <a:pt x="65" y="54"/>
                    <a:pt x="65" y="54"/>
                  </a:cubicBezTo>
                  <a:cubicBezTo>
                    <a:pt x="39" y="57"/>
                    <a:pt x="27" y="64"/>
                    <a:pt x="27" y="7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45" name="Freeform 7"/>
            <p:cNvSpPr>
              <a:spLocks/>
            </p:cNvSpPr>
            <p:nvPr/>
          </p:nvSpPr>
          <p:spPr bwMode="auto">
            <a:xfrm>
              <a:off x="592935" y="4708526"/>
              <a:ext cx="76200" cy="87313"/>
            </a:xfrm>
            <a:custGeom>
              <a:avLst/>
              <a:gdLst>
                <a:gd name="T0" fmla="*/ 0 w 94"/>
                <a:gd name="T1" fmla="*/ 5 h 108"/>
                <a:gd name="T2" fmla="*/ 23 w 94"/>
                <a:gd name="T3" fmla="*/ 2 h 108"/>
                <a:gd name="T4" fmla="*/ 25 w 94"/>
                <a:gd name="T5" fmla="*/ 15 h 108"/>
                <a:gd name="T6" fmla="*/ 61 w 94"/>
                <a:gd name="T7" fmla="*/ 0 h 108"/>
                <a:gd name="T8" fmla="*/ 94 w 94"/>
                <a:gd name="T9" fmla="*/ 34 h 108"/>
                <a:gd name="T10" fmla="*/ 94 w 94"/>
                <a:gd name="T11" fmla="*/ 108 h 108"/>
                <a:gd name="T12" fmla="*/ 66 w 94"/>
                <a:gd name="T13" fmla="*/ 108 h 108"/>
                <a:gd name="T14" fmla="*/ 66 w 94"/>
                <a:gd name="T15" fmla="*/ 39 h 108"/>
                <a:gd name="T16" fmla="*/ 53 w 94"/>
                <a:gd name="T17" fmla="*/ 21 h 108"/>
                <a:gd name="T18" fmla="*/ 27 w 94"/>
                <a:gd name="T19" fmla="*/ 32 h 108"/>
                <a:gd name="T20" fmla="*/ 27 w 94"/>
                <a:gd name="T21" fmla="*/ 108 h 108"/>
                <a:gd name="T22" fmla="*/ 0 w 94"/>
                <a:gd name="T23" fmla="*/ 108 h 108"/>
                <a:gd name="T24" fmla="*/ 0 w 94"/>
                <a:gd name="T25" fmla="*/ 5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4" h="108">
                  <a:moveTo>
                    <a:pt x="0" y="5"/>
                  </a:moveTo>
                  <a:cubicBezTo>
                    <a:pt x="23" y="2"/>
                    <a:pt x="23" y="2"/>
                    <a:pt x="23" y="2"/>
                  </a:cubicBezTo>
                  <a:cubicBezTo>
                    <a:pt x="25" y="15"/>
                    <a:pt x="25" y="15"/>
                    <a:pt x="25" y="15"/>
                  </a:cubicBezTo>
                  <a:cubicBezTo>
                    <a:pt x="38" y="5"/>
                    <a:pt x="48" y="0"/>
                    <a:pt x="61" y="0"/>
                  </a:cubicBezTo>
                  <a:cubicBezTo>
                    <a:pt x="83" y="0"/>
                    <a:pt x="94" y="12"/>
                    <a:pt x="94" y="34"/>
                  </a:cubicBezTo>
                  <a:cubicBezTo>
                    <a:pt x="94" y="108"/>
                    <a:pt x="94" y="108"/>
                    <a:pt x="94" y="108"/>
                  </a:cubicBezTo>
                  <a:cubicBezTo>
                    <a:pt x="66" y="108"/>
                    <a:pt x="66" y="108"/>
                    <a:pt x="66" y="108"/>
                  </a:cubicBezTo>
                  <a:cubicBezTo>
                    <a:pt x="66" y="39"/>
                    <a:pt x="66" y="39"/>
                    <a:pt x="66" y="39"/>
                  </a:cubicBezTo>
                  <a:cubicBezTo>
                    <a:pt x="66" y="26"/>
                    <a:pt x="63" y="21"/>
                    <a:pt x="53" y="21"/>
                  </a:cubicBezTo>
                  <a:cubicBezTo>
                    <a:pt x="45" y="21"/>
                    <a:pt x="36" y="24"/>
                    <a:pt x="27" y="32"/>
                  </a:cubicBezTo>
                  <a:cubicBezTo>
                    <a:pt x="27" y="108"/>
                    <a:pt x="27" y="108"/>
                    <a:pt x="27" y="108"/>
                  </a:cubicBezTo>
                  <a:cubicBezTo>
                    <a:pt x="0" y="108"/>
                    <a:pt x="0" y="108"/>
                    <a:pt x="0" y="108"/>
                  </a:cubicBezTo>
                  <a:lnTo>
                    <a:pt x="0" y="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46" name="Freeform 8"/>
            <p:cNvSpPr>
              <a:spLocks noEditPoints="1"/>
            </p:cNvSpPr>
            <p:nvPr/>
          </p:nvSpPr>
          <p:spPr bwMode="auto">
            <a:xfrm>
              <a:off x="778673" y="4708526"/>
              <a:ext cx="79375" cy="88900"/>
            </a:xfrm>
            <a:custGeom>
              <a:avLst/>
              <a:gdLst>
                <a:gd name="T0" fmla="*/ 50 w 98"/>
                <a:gd name="T1" fmla="*/ 110 h 110"/>
                <a:gd name="T2" fmla="*/ 0 w 98"/>
                <a:gd name="T3" fmla="*/ 55 h 110"/>
                <a:gd name="T4" fmla="*/ 49 w 98"/>
                <a:gd name="T5" fmla="*/ 0 h 110"/>
                <a:gd name="T6" fmla="*/ 98 w 98"/>
                <a:gd name="T7" fmla="*/ 54 h 110"/>
                <a:gd name="T8" fmla="*/ 97 w 98"/>
                <a:gd name="T9" fmla="*/ 59 h 110"/>
                <a:gd name="T10" fmla="*/ 27 w 98"/>
                <a:gd name="T11" fmla="*/ 59 h 110"/>
                <a:gd name="T12" fmla="*/ 52 w 98"/>
                <a:gd name="T13" fmla="*/ 89 h 110"/>
                <a:gd name="T14" fmla="*/ 76 w 98"/>
                <a:gd name="T15" fmla="*/ 76 h 110"/>
                <a:gd name="T16" fmla="*/ 96 w 98"/>
                <a:gd name="T17" fmla="*/ 87 h 110"/>
                <a:gd name="T18" fmla="*/ 50 w 98"/>
                <a:gd name="T19" fmla="*/ 110 h 110"/>
                <a:gd name="T20" fmla="*/ 70 w 98"/>
                <a:gd name="T21" fmla="*/ 41 h 110"/>
                <a:gd name="T22" fmla="*/ 49 w 98"/>
                <a:gd name="T23" fmla="*/ 19 h 110"/>
                <a:gd name="T24" fmla="*/ 28 w 98"/>
                <a:gd name="T25" fmla="*/ 41 h 110"/>
                <a:gd name="T26" fmla="*/ 70 w 98"/>
                <a:gd name="T27" fmla="*/ 41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8" h="110">
                  <a:moveTo>
                    <a:pt x="50" y="110"/>
                  </a:moveTo>
                  <a:cubicBezTo>
                    <a:pt x="19" y="110"/>
                    <a:pt x="0" y="90"/>
                    <a:pt x="0" y="55"/>
                  </a:cubicBezTo>
                  <a:cubicBezTo>
                    <a:pt x="0" y="20"/>
                    <a:pt x="19" y="0"/>
                    <a:pt x="49" y="0"/>
                  </a:cubicBezTo>
                  <a:cubicBezTo>
                    <a:pt x="80" y="0"/>
                    <a:pt x="98" y="20"/>
                    <a:pt x="98" y="54"/>
                  </a:cubicBezTo>
                  <a:cubicBezTo>
                    <a:pt x="98" y="56"/>
                    <a:pt x="97" y="57"/>
                    <a:pt x="97" y="59"/>
                  </a:cubicBezTo>
                  <a:cubicBezTo>
                    <a:pt x="27" y="59"/>
                    <a:pt x="27" y="59"/>
                    <a:pt x="27" y="59"/>
                  </a:cubicBezTo>
                  <a:cubicBezTo>
                    <a:pt x="28" y="79"/>
                    <a:pt x="36" y="89"/>
                    <a:pt x="52" y="89"/>
                  </a:cubicBezTo>
                  <a:cubicBezTo>
                    <a:pt x="63" y="89"/>
                    <a:pt x="70" y="85"/>
                    <a:pt x="76" y="76"/>
                  </a:cubicBezTo>
                  <a:cubicBezTo>
                    <a:pt x="96" y="87"/>
                    <a:pt x="96" y="87"/>
                    <a:pt x="96" y="87"/>
                  </a:cubicBezTo>
                  <a:cubicBezTo>
                    <a:pt x="87" y="102"/>
                    <a:pt x="71" y="110"/>
                    <a:pt x="50" y="110"/>
                  </a:cubicBezTo>
                  <a:close/>
                  <a:moveTo>
                    <a:pt x="70" y="41"/>
                  </a:moveTo>
                  <a:cubicBezTo>
                    <a:pt x="70" y="27"/>
                    <a:pt x="62" y="19"/>
                    <a:pt x="49" y="19"/>
                  </a:cubicBezTo>
                  <a:cubicBezTo>
                    <a:pt x="37" y="19"/>
                    <a:pt x="29" y="27"/>
                    <a:pt x="28" y="41"/>
                  </a:cubicBezTo>
                  <a:lnTo>
                    <a:pt x="70" y="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47" name="Freeform 9"/>
            <p:cNvSpPr>
              <a:spLocks noEditPoints="1"/>
            </p:cNvSpPr>
            <p:nvPr/>
          </p:nvSpPr>
          <p:spPr bwMode="auto">
            <a:xfrm>
              <a:off x="346873" y="4708526"/>
              <a:ext cx="84138" cy="88900"/>
            </a:xfrm>
            <a:custGeom>
              <a:avLst/>
              <a:gdLst>
                <a:gd name="T0" fmla="*/ 52 w 104"/>
                <a:gd name="T1" fmla="*/ 111 h 111"/>
                <a:gd name="T2" fmla="*/ 0 w 104"/>
                <a:gd name="T3" fmla="*/ 55 h 111"/>
                <a:gd name="T4" fmla="*/ 52 w 104"/>
                <a:gd name="T5" fmla="*/ 0 h 111"/>
                <a:gd name="T6" fmla="*/ 104 w 104"/>
                <a:gd name="T7" fmla="*/ 55 h 111"/>
                <a:gd name="T8" fmla="*/ 52 w 104"/>
                <a:gd name="T9" fmla="*/ 111 h 111"/>
                <a:gd name="T10" fmla="*/ 52 w 104"/>
                <a:gd name="T11" fmla="*/ 23 h 111"/>
                <a:gd name="T12" fmla="*/ 28 w 104"/>
                <a:gd name="T13" fmla="*/ 55 h 111"/>
                <a:gd name="T14" fmla="*/ 52 w 104"/>
                <a:gd name="T15" fmla="*/ 87 h 111"/>
                <a:gd name="T16" fmla="*/ 77 w 104"/>
                <a:gd name="T17" fmla="*/ 55 h 111"/>
                <a:gd name="T18" fmla="*/ 52 w 104"/>
                <a:gd name="T19" fmla="*/ 2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4" h="111">
                  <a:moveTo>
                    <a:pt x="52" y="111"/>
                  </a:moveTo>
                  <a:cubicBezTo>
                    <a:pt x="25" y="111"/>
                    <a:pt x="0" y="93"/>
                    <a:pt x="0" y="55"/>
                  </a:cubicBezTo>
                  <a:cubicBezTo>
                    <a:pt x="0" y="17"/>
                    <a:pt x="25" y="0"/>
                    <a:pt x="52" y="0"/>
                  </a:cubicBezTo>
                  <a:cubicBezTo>
                    <a:pt x="79" y="0"/>
                    <a:pt x="104" y="17"/>
                    <a:pt x="104" y="55"/>
                  </a:cubicBezTo>
                  <a:cubicBezTo>
                    <a:pt x="104" y="93"/>
                    <a:pt x="79" y="111"/>
                    <a:pt x="52" y="111"/>
                  </a:cubicBezTo>
                  <a:close/>
                  <a:moveTo>
                    <a:pt x="52" y="23"/>
                  </a:moveTo>
                  <a:cubicBezTo>
                    <a:pt x="31" y="23"/>
                    <a:pt x="28" y="42"/>
                    <a:pt x="28" y="55"/>
                  </a:cubicBezTo>
                  <a:cubicBezTo>
                    <a:pt x="28" y="69"/>
                    <a:pt x="31" y="87"/>
                    <a:pt x="52" y="87"/>
                  </a:cubicBezTo>
                  <a:cubicBezTo>
                    <a:pt x="73" y="87"/>
                    <a:pt x="77" y="69"/>
                    <a:pt x="77" y="55"/>
                  </a:cubicBezTo>
                  <a:cubicBezTo>
                    <a:pt x="77" y="42"/>
                    <a:pt x="73" y="23"/>
                    <a:pt x="52" y="2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48" name="Freeform 10"/>
            <p:cNvSpPr>
              <a:spLocks/>
            </p:cNvSpPr>
            <p:nvPr/>
          </p:nvSpPr>
          <p:spPr bwMode="auto">
            <a:xfrm>
              <a:off x="446885" y="4708526"/>
              <a:ext cx="47625" cy="87313"/>
            </a:xfrm>
            <a:custGeom>
              <a:avLst/>
              <a:gdLst>
                <a:gd name="T0" fmla="*/ 0 w 59"/>
                <a:gd name="T1" fmla="*/ 3 h 108"/>
                <a:gd name="T2" fmla="*/ 26 w 59"/>
                <a:gd name="T3" fmla="*/ 3 h 108"/>
                <a:gd name="T4" fmla="*/ 26 w 59"/>
                <a:gd name="T5" fmla="*/ 15 h 108"/>
                <a:gd name="T6" fmla="*/ 55 w 59"/>
                <a:gd name="T7" fmla="*/ 0 h 108"/>
                <a:gd name="T8" fmla="*/ 59 w 59"/>
                <a:gd name="T9" fmla="*/ 1 h 108"/>
                <a:gd name="T10" fmla="*/ 59 w 59"/>
                <a:gd name="T11" fmla="*/ 27 h 108"/>
                <a:gd name="T12" fmla="*/ 58 w 59"/>
                <a:gd name="T13" fmla="*/ 27 h 108"/>
                <a:gd name="T14" fmla="*/ 28 w 59"/>
                <a:gd name="T15" fmla="*/ 38 h 108"/>
                <a:gd name="T16" fmla="*/ 28 w 59"/>
                <a:gd name="T17" fmla="*/ 108 h 108"/>
                <a:gd name="T18" fmla="*/ 0 w 59"/>
                <a:gd name="T19" fmla="*/ 108 h 108"/>
                <a:gd name="T20" fmla="*/ 0 w 59"/>
                <a:gd name="T21" fmla="*/ 3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108">
                  <a:moveTo>
                    <a:pt x="0" y="3"/>
                  </a:moveTo>
                  <a:cubicBezTo>
                    <a:pt x="26" y="3"/>
                    <a:pt x="26" y="3"/>
                    <a:pt x="26" y="3"/>
                  </a:cubicBezTo>
                  <a:cubicBezTo>
                    <a:pt x="26" y="15"/>
                    <a:pt x="26" y="15"/>
                    <a:pt x="26" y="15"/>
                  </a:cubicBezTo>
                  <a:cubicBezTo>
                    <a:pt x="31" y="8"/>
                    <a:pt x="44" y="0"/>
                    <a:pt x="55" y="0"/>
                  </a:cubicBezTo>
                  <a:cubicBezTo>
                    <a:pt x="57" y="0"/>
                    <a:pt x="58" y="0"/>
                    <a:pt x="59" y="1"/>
                  </a:cubicBezTo>
                  <a:cubicBezTo>
                    <a:pt x="59" y="27"/>
                    <a:pt x="59" y="27"/>
                    <a:pt x="59" y="27"/>
                  </a:cubicBezTo>
                  <a:cubicBezTo>
                    <a:pt x="59" y="27"/>
                    <a:pt x="58" y="27"/>
                    <a:pt x="58" y="27"/>
                  </a:cubicBezTo>
                  <a:cubicBezTo>
                    <a:pt x="46" y="27"/>
                    <a:pt x="32" y="28"/>
                    <a:pt x="28" y="38"/>
                  </a:cubicBezTo>
                  <a:cubicBezTo>
                    <a:pt x="28" y="108"/>
                    <a:pt x="28" y="108"/>
                    <a:pt x="28" y="108"/>
                  </a:cubicBezTo>
                  <a:cubicBezTo>
                    <a:pt x="0" y="108"/>
                    <a:pt x="0" y="108"/>
                    <a:pt x="0" y="108"/>
                  </a:cubicBezTo>
                  <a:lnTo>
                    <a:pt x="0" y="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49" name="Freeform 11"/>
            <p:cNvSpPr>
              <a:spLocks noEditPoints="1"/>
            </p:cNvSpPr>
            <p:nvPr/>
          </p:nvSpPr>
          <p:spPr bwMode="auto">
            <a:xfrm>
              <a:off x="685010" y="4708526"/>
              <a:ext cx="79375" cy="120650"/>
            </a:xfrm>
            <a:custGeom>
              <a:avLst/>
              <a:gdLst>
                <a:gd name="T0" fmla="*/ 49 w 98"/>
                <a:gd name="T1" fmla="*/ 85 h 149"/>
                <a:gd name="T2" fmla="*/ 72 w 98"/>
                <a:gd name="T3" fmla="*/ 50 h 149"/>
                <a:gd name="T4" fmla="*/ 49 w 98"/>
                <a:gd name="T5" fmla="*/ 20 h 149"/>
                <a:gd name="T6" fmla="*/ 28 w 98"/>
                <a:gd name="T7" fmla="*/ 51 h 149"/>
                <a:gd name="T8" fmla="*/ 49 w 98"/>
                <a:gd name="T9" fmla="*/ 85 h 149"/>
                <a:gd name="T10" fmla="*/ 98 w 98"/>
                <a:gd name="T11" fmla="*/ 2 h 149"/>
                <a:gd name="T12" fmla="*/ 98 w 98"/>
                <a:gd name="T13" fmla="*/ 102 h 149"/>
                <a:gd name="T14" fmla="*/ 47 w 98"/>
                <a:gd name="T15" fmla="*/ 149 h 149"/>
                <a:gd name="T16" fmla="*/ 3 w 98"/>
                <a:gd name="T17" fmla="*/ 123 h 149"/>
                <a:gd name="T18" fmla="*/ 30 w 98"/>
                <a:gd name="T19" fmla="*/ 118 h 149"/>
                <a:gd name="T20" fmla="*/ 50 w 98"/>
                <a:gd name="T21" fmla="*/ 128 h 149"/>
                <a:gd name="T22" fmla="*/ 72 w 98"/>
                <a:gd name="T23" fmla="*/ 105 h 149"/>
                <a:gd name="T24" fmla="*/ 72 w 98"/>
                <a:gd name="T25" fmla="*/ 93 h 149"/>
                <a:gd name="T26" fmla="*/ 71 w 98"/>
                <a:gd name="T27" fmla="*/ 92 h 149"/>
                <a:gd name="T28" fmla="*/ 44 w 98"/>
                <a:gd name="T29" fmla="*/ 108 h 149"/>
                <a:gd name="T30" fmla="*/ 0 w 98"/>
                <a:gd name="T31" fmla="*/ 55 h 149"/>
                <a:gd name="T32" fmla="*/ 42 w 98"/>
                <a:gd name="T33" fmla="*/ 0 h 149"/>
                <a:gd name="T34" fmla="*/ 73 w 98"/>
                <a:gd name="T35" fmla="*/ 15 h 149"/>
                <a:gd name="T36" fmla="*/ 73 w 98"/>
                <a:gd name="T37" fmla="*/ 15 h 149"/>
                <a:gd name="T38" fmla="*/ 75 w 98"/>
                <a:gd name="T39" fmla="*/ 2 h 149"/>
                <a:gd name="T40" fmla="*/ 98 w 98"/>
                <a:gd name="T41" fmla="*/ 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8" h="149">
                  <a:moveTo>
                    <a:pt x="49" y="85"/>
                  </a:moveTo>
                  <a:cubicBezTo>
                    <a:pt x="70" y="85"/>
                    <a:pt x="72" y="64"/>
                    <a:pt x="72" y="50"/>
                  </a:cubicBezTo>
                  <a:cubicBezTo>
                    <a:pt x="72" y="33"/>
                    <a:pt x="64" y="20"/>
                    <a:pt x="49" y="20"/>
                  </a:cubicBezTo>
                  <a:cubicBezTo>
                    <a:pt x="39" y="20"/>
                    <a:pt x="28" y="27"/>
                    <a:pt x="28" y="51"/>
                  </a:cubicBezTo>
                  <a:cubicBezTo>
                    <a:pt x="28" y="64"/>
                    <a:pt x="29" y="85"/>
                    <a:pt x="49" y="85"/>
                  </a:cubicBezTo>
                  <a:close/>
                  <a:moveTo>
                    <a:pt x="98" y="2"/>
                  </a:moveTo>
                  <a:cubicBezTo>
                    <a:pt x="98" y="102"/>
                    <a:pt x="98" y="102"/>
                    <a:pt x="98" y="102"/>
                  </a:cubicBezTo>
                  <a:cubicBezTo>
                    <a:pt x="98" y="119"/>
                    <a:pt x="97" y="148"/>
                    <a:pt x="47" y="149"/>
                  </a:cubicBezTo>
                  <a:cubicBezTo>
                    <a:pt x="26" y="149"/>
                    <a:pt x="7" y="141"/>
                    <a:pt x="3" y="123"/>
                  </a:cubicBezTo>
                  <a:cubicBezTo>
                    <a:pt x="30" y="118"/>
                    <a:pt x="30" y="118"/>
                    <a:pt x="30" y="118"/>
                  </a:cubicBezTo>
                  <a:cubicBezTo>
                    <a:pt x="32" y="123"/>
                    <a:pt x="35" y="128"/>
                    <a:pt x="50" y="128"/>
                  </a:cubicBezTo>
                  <a:cubicBezTo>
                    <a:pt x="65" y="128"/>
                    <a:pt x="72" y="122"/>
                    <a:pt x="72" y="105"/>
                  </a:cubicBezTo>
                  <a:cubicBezTo>
                    <a:pt x="72" y="93"/>
                    <a:pt x="72" y="93"/>
                    <a:pt x="72" y="93"/>
                  </a:cubicBezTo>
                  <a:cubicBezTo>
                    <a:pt x="71" y="92"/>
                    <a:pt x="71" y="92"/>
                    <a:pt x="71" y="92"/>
                  </a:cubicBezTo>
                  <a:cubicBezTo>
                    <a:pt x="67" y="100"/>
                    <a:pt x="60" y="108"/>
                    <a:pt x="44" y="108"/>
                  </a:cubicBezTo>
                  <a:cubicBezTo>
                    <a:pt x="19" y="108"/>
                    <a:pt x="0" y="91"/>
                    <a:pt x="0" y="55"/>
                  </a:cubicBezTo>
                  <a:cubicBezTo>
                    <a:pt x="0" y="20"/>
                    <a:pt x="20" y="0"/>
                    <a:pt x="42" y="0"/>
                  </a:cubicBezTo>
                  <a:cubicBezTo>
                    <a:pt x="63" y="0"/>
                    <a:pt x="71" y="10"/>
                    <a:pt x="73" y="15"/>
                  </a:cubicBezTo>
                  <a:cubicBezTo>
                    <a:pt x="73" y="15"/>
                    <a:pt x="73" y="15"/>
                    <a:pt x="73" y="15"/>
                  </a:cubicBezTo>
                  <a:cubicBezTo>
                    <a:pt x="75" y="2"/>
                    <a:pt x="75" y="2"/>
                    <a:pt x="75" y="2"/>
                  </a:cubicBezTo>
                  <a:lnTo>
                    <a:pt x="98" y="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50" name="Freeform 12"/>
            <p:cNvSpPr>
              <a:spLocks noEditPoints="1"/>
            </p:cNvSpPr>
            <p:nvPr/>
          </p:nvSpPr>
          <p:spPr bwMode="auto">
            <a:xfrm>
              <a:off x="843760" y="4678363"/>
              <a:ext cx="58738" cy="26988"/>
            </a:xfrm>
            <a:custGeom>
              <a:avLst/>
              <a:gdLst>
                <a:gd name="T0" fmla="*/ 14 w 37"/>
                <a:gd name="T1" fmla="*/ 2 h 17"/>
                <a:gd name="T2" fmla="*/ 9 w 37"/>
                <a:gd name="T3" fmla="*/ 2 h 17"/>
                <a:gd name="T4" fmla="*/ 9 w 37"/>
                <a:gd name="T5" fmla="*/ 17 h 17"/>
                <a:gd name="T6" fmla="*/ 6 w 37"/>
                <a:gd name="T7" fmla="*/ 17 h 17"/>
                <a:gd name="T8" fmla="*/ 6 w 37"/>
                <a:gd name="T9" fmla="*/ 2 h 17"/>
                <a:gd name="T10" fmla="*/ 0 w 37"/>
                <a:gd name="T11" fmla="*/ 2 h 17"/>
                <a:gd name="T12" fmla="*/ 0 w 37"/>
                <a:gd name="T13" fmla="*/ 0 h 17"/>
                <a:gd name="T14" fmla="*/ 14 w 37"/>
                <a:gd name="T15" fmla="*/ 0 h 17"/>
                <a:gd name="T16" fmla="*/ 14 w 37"/>
                <a:gd name="T17" fmla="*/ 2 h 17"/>
                <a:gd name="T18" fmla="*/ 37 w 37"/>
                <a:gd name="T19" fmla="*/ 17 h 17"/>
                <a:gd name="T20" fmla="*/ 34 w 37"/>
                <a:gd name="T21" fmla="*/ 17 h 17"/>
                <a:gd name="T22" fmla="*/ 34 w 37"/>
                <a:gd name="T23" fmla="*/ 2 h 17"/>
                <a:gd name="T24" fmla="*/ 34 w 37"/>
                <a:gd name="T25" fmla="*/ 2 h 17"/>
                <a:gd name="T26" fmla="*/ 29 w 37"/>
                <a:gd name="T27" fmla="*/ 17 h 17"/>
                <a:gd name="T28" fmla="*/ 27 w 37"/>
                <a:gd name="T29" fmla="*/ 17 h 17"/>
                <a:gd name="T30" fmla="*/ 21 w 37"/>
                <a:gd name="T31" fmla="*/ 2 h 17"/>
                <a:gd name="T32" fmla="*/ 20 w 37"/>
                <a:gd name="T33" fmla="*/ 2 h 17"/>
                <a:gd name="T34" fmla="*/ 20 w 37"/>
                <a:gd name="T35" fmla="*/ 17 h 17"/>
                <a:gd name="T36" fmla="*/ 18 w 37"/>
                <a:gd name="T37" fmla="*/ 17 h 17"/>
                <a:gd name="T38" fmla="*/ 18 w 37"/>
                <a:gd name="T39" fmla="*/ 0 h 17"/>
                <a:gd name="T40" fmla="*/ 22 w 37"/>
                <a:gd name="T41" fmla="*/ 0 h 17"/>
                <a:gd name="T42" fmla="*/ 28 w 37"/>
                <a:gd name="T43" fmla="*/ 13 h 17"/>
                <a:gd name="T44" fmla="*/ 33 w 37"/>
                <a:gd name="T45" fmla="*/ 0 h 17"/>
                <a:gd name="T46" fmla="*/ 37 w 37"/>
                <a:gd name="T47" fmla="*/ 0 h 17"/>
                <a:gd name="T48" fmla="*/ 37 w 37"/>
                <a:gd name="T49"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7" h="17">
                  <a:moveTo>
                    <a:pt x="14" y="2"/>
                  </a:moveTo>
                  <a:lnTo>
                    <a:pt x="9" y="2"/>
                  </a:lnTo>
                  <a:lnTo>
                    <a:pt x="9" y="17"/>
                  </a:lnTo>
                  <a:lnTo>
                    <a:pt x="6" y="17"/>
                  </a:lnTo>
                  <a:lnTo>
                    <a:pt x="6" y="2"/>
                  </a:lnTo>
                  <a:lnTo>
                    <a:pt x="0" y="2"/>
                  </a:lnTo>
                  <a:lnTo>
                    <a:pt x="0" y="0"/>
                  </a:lnTo>
                  <a:lnTo>
                    <a:pt x="14" y="0"/>
                  </a:lnTo>
                  <a:lnTo>
                    <a:pt x="14" y="2"/>
                  </a:lnTo>
                  <a:close/>
                  <a:moveTo>
                    <a:pt x="37" y="17"/>
                  </a:moveTo>
                  <a:lnTo>
                    <a:pt x="34" y="17"/>
                  </a:lnTo>
                  <a:lnTo>
                    <a:pt x="34" y="2"/>
                  </a:lnTo>
                  <a:lnTo>
                    <a:pt x="34" y="2"/>
                  </a:lnTo>
                  <a:lnTo>
                    <a:pt x="29" y="17"/>
                  </a:lnTo>
                  <a:lnTo>
                    <a:pt x="27" y="17"/>
                  </a:lnTo>
                  <a:lnTo>
                    <a:pt x="21" y="2"/>
                  </a:lnTo>
                  <a:lnTo>
                    <a:pt x="20" y="2"/>
                  </a:lnTo>
                  <a:lnTo>
                    <a:pt x="20" y="17"/>
                  </a:lnTo>
                  <a:lnTo>
                    <a:pt x="18" y="17"/>
                  </a:lnTo>
                  <a:lnTo>
                    <a:pt x="18" y="0"/>
                  </a:lnTo>
                  <a:lnTo>
                    <a:pt x="22" y="0"/>
                  </a:lnTo>
                  <a:lnTo>
                    <a:pt x="28" y="13"/>
                  </a:lnTo>
                  <a:lnTo>
                    <a:pt x="33" y="0"/>
                  </a:lnTo>
                  <a:lnTo>
                    <a:pt x="37" y="0"/>
                  </a:lnTo>
                  <a:lnTo>
                    <a:pt x="37" y="1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grpSp>
    </p:spTree>
    <p:extLst>
      <p:ext uri="{BB962C8B-B14F-4D97-AF65-F5344CB8AC3E}">
        <p14:creationId xmlns:p14="http://schemas.microsoft.com/office/powerpoint/2010/main" val="2025391170"/>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ommaire">
    <p:spTree>
      <p:nvGrpSpPr>
        <p:cNvPr id="1" name=""/>
        <p:cNvGrpSpPr/>
        <p:nvPr/>
      </p:nvGrpSpPr>
      <p:grpSpPr>
        <a:xfrm>
          <a:off x="0" y="0"/>
          <a:ext cx="0" cy="0"/>
          <a:chOff x="0" y="0"/>
          <a:chExt cx="0" cy="0"/>
        </a:xfrm>
      </p:grpSpPr>
      <p:sp>
        <p:nvSpPr>
          <p:cNvPr id="4" name="Content Placeholder 2"/>
          <p:cNvSpPr>
            <a:spLocks noGrp="1"/>
          </p:cNvSpPr>
          <p:nvPr>
            <p:ph idx="1" hasCustomPrompt="1"/>
          </p:nvPr>
        </p:nvSpPr>
        <p:spPr>
          <a:xfrm>
            <a:off x="419101" y="357717"/>
            <a:ext cx="11353799" cy="5708649"/>
          </a:xfrm>
        </p:spPr>
        <p:txBody>
          <a:bodyPr/>
          <a:lstStyle>
            <a:lvl1pPr>
              <a:spcBef>
                <a:spcPts val="0"/>
              </a:spcBef>
              <a:defRPr sz="4000"/>
            </a:lvl1pPr>
            <a:lvl2pPr marL="478355" indent="-478355">
              <a:spcBef>
                <a:spcPts val="0"/>
              </a:spcBef>
              <a:buClrTx/>
              <a:buSzPct val="100000"/>
              <a:buFont typeface="+mj-lt"/>
              <a:buAutoNum type="arabicPeriod"/>
              <a:defRPr sz="4000"/>
            </a:lvl2pPr>
            <a:lvl3pPr>
              <a:defRPr sz="2400"/>
            </a:lvl3pPr>
            <a:lvl4pPr>
              <a:defRPr sz="2400"/>
            </a:lvl4pPr>
            <a:lvl5pPr>
              <a:defRPr sz="2400"/>
            </a:lvl5pPr>
          </a:lstStyle>
          <a:p>
            <a:pPr lvl="0"/>
            <a:r>
              <a:rPr lang="fr-FR" noProof="0" dirty="0"/>
              <a:t>Cliquez pour modifier le contenu</a:t>
            </a:r>
          </a:p>
          <a:p>
            <a:pPr lvl="1"/>
            <a:r>
              <a:rPr lang="fr-FR" noProof="0" dirty="0"/>
              <a:t>Deuxième niveau</a:t>
            </a:r>
          </a:p>
        </p:txBody>
      </p:sp>
      <p:sp>
        <p:nvSpPr>
          <p:cNvPr id="5" name="TextBox 4"/>
          <p:cNvSpPr txBox="1"/>
          <p:nvPr/>
        </p:nvSpPr>
        <p:spPr>
          <a:xfrm>
            <a:off x="826060" y="6332195"/>
            <a:ext cx="968214" cy="164212"/>
          </a:xfrm>
          <a:prstGeom prst="rect">
            <a:avLst/>
          </a:prstGeom>
          <a:noFill/>
        </p:spPr>
        <p:txBody>
          <a:bodyPr wrap="none" lIns="0" tIns="0" rIns="0" bIns="0" rtlCol="0">
            <a:spAutoFit/>
          </a:bodyPr>
          <a:lstStyle/>
          <a:p>
            <a:r>
              <a:rPr kumimoji="0" lang="fr-FR" sz="1067" b="0" i="0" u="none" strike="noStrike" kern="1200" cap="none" spc="0" normalizeH="0" baseline="0" noProof="0" dirty="0">
                <a:ln>
                  <a:noFill/>
                </a:ln>
                <a:solidFill>
                  <a:schemeClr val="bg2"/>
                </a:solidFill>
                <a:effectLst/>
                <a:uLnTx/>
                <a:uFillTx/>
                <a:latin typeface="Helvetica 75 Bold" panose="020B0804020202020204" pitchFamily="34" charset="0"/>
                <a:ea typeface="+mn-ea"/>
                <a:cs typeface="+mn-cs"/>
              </a:rPr>
              <a:t>Interne Orange</a:t>
            </a:r>
          </a:p>
        </p:txBody>
      </p:sp>
    </p:spTree>
    <p:extLst>
      <p:ext uri="{BB962C8B-B14F-4D97-AF65-F5344CB8AC3E}">
        <p14:creationId xmlns:p14="http://schemas.microsoft.com/office/powerpoint/2010/main" val="1459388546"/>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re de section">
    <p:spTree>
      <p:nvGrpSpPr>
        <p:cNvPr id="1" name=""/>
        <p:cNvGrpSpPr/>
        <p:nvPr/>
      </p:nvGrpSpPr>
      <p:grpSpPr>
        <a:xfrm>
          <a:off x="0" y="0"/>
          <a:ext cx="0" cy="0"/>
          <a:chOff x="0" y="0"/>
          <a:chExt cx="0" cy="0"/>
        </a:xfrm>
      </p:grpSpPr>
      <p:sp>
        <p:nvSpPr>
          <p:cNvPr id="8" name="Text Placeholder 7"/>
          <p:cNvSpPr>
            <a:spLocks noGrp="1"/>
          </p:cNvSpPr>
          <p:nvPr>
            <p:ph type="body" sz="quarter" idx="12" hasCustomPrompt="1"/>
          </p:nvPr>
        </p:nvSpPr>
        <p:spPr>
          <a:xfrm>
            <a:off x="418359" y="357717"/>
            <a:ext cx="8129119" cy="5708649"/>
          </a:xfrm>
        </p:spPr>
        <p:txBody>
          <a:bodyPr>
            <a:normAutofit/>
          </a:bodyPr>
          <a:lstStyle>
            <a:lvl1pPr>
              <a:lnSpc>
                <a:spcPct val="85000"/>
              </a:lnSpc>
              <a:spcBef>
                <a:spcPts val="0"/>
              </a:spcBef>
              <a:buNone/>
              <a:defRPr sz="7333" baseline="0"/>
            </a:lvl1pPr>
            <a:lvl2pPr>
              <a:lnSpc>
                <a:spcPct val="85000"/>
              </a:lnSpc>
              <a:spcBef>
                <a:spcPts val="0"/>
              </a:spcBef>
              <a:defRPr sz="7333"/>
            </a:lvl2pPr>
            <a:lvl3pPr>
              <a:defRPr sz="7333"/>
            </a:lvl3pPr>
            <a:lvl4pPr>
              <a:defRPr sz="7333"/>
            </a:lvl4pPr>
            <a:lvl5pPr>
              <a:defRPr sz="7333"/>
            </a:lvl5pPr>
          </a:lstStyle>
          <a:p>
            <a:pPr lvl="0"/>
            <a:r>
              <a:rPr lang="fr-FR" noProof="0" dirty="0"/>
              <a:t>Cliquez pour modifier le nom de la section </a:t>
            </a:r>
          </a:p>
          <a:p>
            <a:pPr lvl="1"/>
            <a:r>
              <a:rPr lang="fr-FR" noProof="0" dirty="0"/>
              <a:t>Deuxième niveau</a:t>
            </a:r>
          </a:p>
        </p:txBody>
      </p:sp>
      <p:sp>
        <p:nvSpPr>
          <p:cNvPr id="4" name="TextBox 3"/>
          <p:cNvSpPr txBox="1"/>
          <p:nvPr/>
        </p:nvSpPr>
        <p:spPr>
          <a:xfrm>
            <a:off x="826060" y="6332195"/>
            <a:ext cx="968214" cy="164212"/>
          </a:xfrm>
          <a:prstGeom prst="rect">
            <a:avLst/>
          </a:prstGeom>
          <a:noFill/>
        </p:spPr>
        <p:txBody>
          <a:bodyPr wrap="none" lIns="0" tIns="0" rIns="0" bIns="0" rtlCol="0">
            <a:spAutoFit/>
          </a:bodyPr>
          <a:lstStyle/>
          <a:p>
            <a:r>
              <a:rPr kumimoji="0" lang="fr-FR" sz="1067" b="0" i="0" u="none" strike="noStrike" kern="1200" cap="none" spc="0" normalizeH="0" baseline="0" noProof="0" dirty="0">
                <a:ln>
                  <a:noFill/>
                </a:ln>
                <a:solidFill>
                  <a:schemeClr val="bg2"/>
                </a:solidFill>
                <a:effectLst/>
                <a:uLnTx/>
                <a:uFillTx/>
                <a:latin typeface="Helvetica 75 Bold" panose="020B0804020202020204" pitchFamily="34" charset="0"/>
                <a:ea typeface="+mn-ea"/>
                <a:cs typeface="+mn-cs"/>
              </a:rPr>
              <a:t>Interne Orange</a:t>
            </a:r>
          </a:p>
        </p:txBody>
      </p:sp>
    </p:spTree>
    <p:extLst>
      <p:ext uri="{BB962C8B-B14F-4D97-AF65-F5344CB8AC3E}">
        <p14:creationId xmlns:p14="http://schemas.microsoft.com/office/powerpoint/2010/main" val="942684274"/>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eux contenu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419101" y="1579034"/>
            <a:ext cx="5289240" cy="4487332"/>
          </a:xfrm>
        </p:spPr>
        <p:txBody>
          <a:bodyPr>
            <a:normAutofit/>
          </a:bodyPr>
          <a:lstStyle>
            <a:lvl1pPr>
              <a:defRPr sz="1867" baseline="0"/>
            </a:lvl1pPr>
            <a:lvl2pPr>
              <a:defRPr sz="1867" baseline="0">
                <a:solidFill>
                  <a:schemeClr val="tx1"/>
                </a:solidFill>
              </a:defRPr>
            </a:lvl2pPr>
            <a:lvl3pPr>
              <a:defRPr sz="1867" baseline="0">
                <a:solidFill>
                  <a:schemeClr val="tx1"/>
                </a:solidFill>
              </a:defRPr>
            </a:lvl3pPr>
            <a:lvl4pPr>
              <a:defRPr sz="1867" baseline="0">
                <a:solidFill>
                  <a:schemeClr val="tx1"/>
                </a:solidFill>
              </a:defRPr>
            </a:lvl4pPr>
            <a:lvl5pPr>
              <a:defRPr sz="1867" baseline="0">
                <a:solidFill>
                  <a:schemeClr val="tx1"/>
                </a:solidFill>
              </a:defRPr>
            </a:lvl5pPr>
            <a:lvl6pPr>
              <a:defRPr sz="1867"/>
            </a:lvl6pPr>
            <a:lvl7pPr>
              <a:defRPr sz="2400"/>
            </a:lvl7pPr>
            <a:lvl8pPr>
              <a:defRPr sz="2400"/>
            </a:lvl8pPr>
            <a:lvl9pPr>
              <a:defRPr sz="2400"/>
            </a:lvl9pPr>
          </a:lstStyle>
          <a:p>
            <a:pPr lvl="0"/>
            <a:r>
              <a:rPr lang="fr-FR" noProof="0" dirty="0"/>
              <a:t>Cliquez pour modifier le texte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a:p>
            <a:pPr lvl="5"/>
            <a:r>
              <a:rPr lang="fr-FR" noProof="0" dirty="0"/>
              <a:t>Sixième niveau</a:t>
            </a:r>
          </a:p>
        </p:txBody>
      </p:sp>
      <p:sp>
        <p:nvSpPr>
          <p:cNvPr id="4" name="Content Placeholder 3"/>
          <p:cNvSpPr>
            <a:spLocks noGrp="1"/>
          </p:cNvSpPr>
          <p:nvPr>
            <p:ph sz="half" idx="2" hasCustomPrompt="1"/>
          </p:nvPr>
        </p:nvSpPr>
        <p:spPr>
          <a:xfrm>
            <a:off x="6486393" y="1578264"/>
            <a:ext cx="5286507" cy="4485891"/>
          </a:xfrm>
        </p:spPr>
        <p:txBody>
          <a:bodyPr>
            <a:normAutofit/>
          </a:bodyPr>
          <a:lstStyle>
            <a:lvl1pPr>
              <a:defRPr sz="1867"/>
            </a:lvl1pPr>
            <a:lvl2pPr>
              <a:defRPr sz="1867">
                <a:solidFill>
                  <a:schemeClr val="tx1"/>
                </a:solidFill>
              </a:defRPr>
            </a:lvl2pPr>
            <a:lvl3pPr>
              <a:defRPr sz="1867">
                <a:solidFill>
                  <a:schemeClr val="tx1"/>
                </a:solidFill>
              </a:defRPr>
            </a:lvl3pPr>
            <a:lvl4pPr>
              <a:defRPr sz="1867">
                <a:solidFill>
                  <a:schemeClr val="tx1"/>
                </a:solidFill>
              </a:defRPr>
            </a:lvl4pPr>
            <a:lvl5pPr>
              <a:defRPr sz="1867">
                <a:solidFill>
                  <a:schemeClr val="tx1"/>
                </a:solidFill>
              </a:defRPr>
            </a:lvl5pPr>
            <a:lvl6pPr>
              <a:defRPr sz="1867"/>
            </a:lvl6pPr>
            <a:lvl7pPr>
              <a:defRPr sz="2400"/>
            </a:lvl7pPr>
            <a:lvl8pPr>
              <a:defRPr sz="2400"/>
            </a:lvl8pPr>
            <a:lvl9pPr>
              <a:defRPr sz="2400"/>
            </a:lvl9pPr>
          </a:lstStyle>
          <a:p>
            <a:pPr lvl="0"/>
            <a:r>
              <a:rPr lang="fr-FR" noProof="0" dirty="0"/>
              <a:t>Cliquez pour modifier le texte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a:p>
            <a:pPr lvl="5"/>
            <a:r>
              <a:rPr lang="fr-FR" noProof="0" dirty="0"/>
              <a:t>Sixième niveau</a:t>
            </a:r>
          </a:p>
        </p:txBody>
      </p:sp>
      <p:sp>
        <p:nvSpPr>
          <p:cNvPr id="5" name="Title 4"/>
          <p:cNvSpPr>
            <a:spLocks noGrp="1"/>
          </p:cNvSpPr>
          <p:nvPr>
            <p:ph type="title" hasCustomPrompt="1"/>
          </p:nvPr>
        </p:nvSpPr>
        <p:spPr/>
        <p:txBody>
          <a:bodyPr/>
          <a:lstStyle/>
          <a:p>
            <a:r>
              <a:rPr lang="fr-FR" noProof="0" dirty="0"/>
              <a:t>Cliquez pour modifier le titre</a:t>
            </a:r>
            <a:endParaRPr lang="en-GB" dirty="0"/>
          </a:p>
        </p:txBody>
      </p:sp>
      <p:sp>
        <p:nvSpPr>
          <p:cNvPr id="7" name="TextBox 6"/>
          <p:cNvSpPr txBox="1"/>
          <p:nvPr/>
        </p:nvSpPr>
        <p:spPr>
          <a:xfrm>
            <a:off x="826060" y="6332195"/>
            <a:ext cx="968214" cy="164212"/>
          </a:xfrm>
          <a:prstGeom prst="rect">
            <a:avLst/>
          </a:prstGeom>
          <a:noFill/>
        </p:spPr>
        <p:txBody>
          <a:bodyPr wrap="none" lIns="0" tIns="0" rIns="0" bIns="0" rtlCol="0">
            <a:spAutoFit/>
          </a:bodyPr>
          <a:lstStyle/>
          <a:p>
            <a:r>
              <a:rPr kumimoji="0" lang="fr-FR" sz="1067" b="0" i="0" u="none" strike="noStrike" kern="1200" cap="none" spc="0" normalizeH="0" baseline="0" noProof="0" dirty="0">
                <a:ln>
                  <a:noFill/>
                </a:ln>
                <a:solidFill>
                  <a:schemeClr val="bg2"/>
                </a:solidFill>
                <a:effectLst/>
                <a:uLnTx/>
                <a:uFillTx/>
                <a:latin typeface="Helvetica 75 Bold" panose="020B0804020202020204" pitchFamily="34" charset="0"/>
                <a:ea typeface="+mn-ea"/>
                <a:cs typeface="+mn-cs"/>
              </a:rPr>
              <a:t>Interne Orange</a:t>
            </a:r>
          </a:p>
        </p:txBody>
      </p:sp>
    </p:spTree>
    <p:extLst>
      <p:ext uri="{BB962C8B-B14F-4D97-AF65-F5344CB8AC3E}">
        <p14:creationId xmlns:p14="http://schemas.microsoft.com/office/powerpoint/2010/main" val="3571009397"/>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re seul">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lvl1pPr>
              <a:defRPr/>
            </a:lvl1pPr>
          </a:lstStyle>
          <a:p>
            <a:r>
              <a:rPr lang="fr-FR" noProof="0" dirty="0"/>
              <a:t>Cliquez pour modifier le titre</a:t>
            </a:r>
          </a:p>
        </p:txBody>
      </p:sp>
      <p:sp>
        <p:nvSpPr>
          <p:cNvPr id="5" name="TextBox 4"/>
          <p:cNvSpPr txBox="1"/>
          <p:nvPr/>
        </p:nvSpPr>
        <p:spPr>
          <a:xfrm>
            <a:off x="826060" y="6332195"/>
            <a:ext cx="968214" cy="164212"/>
          </a:xfrm>
          <a:prstGeom prst="rect">
            <a:avLst/>
          </a:prstGeom>
          <a:noFill/>
        </p:spPr>
        <p:txBody>
          <a:bodyPr wrap="none" lIns="0" tIns="0" rIns="0" bIns="0" rtlCol="0">
            <a:spAutoFit/>
          </a:bodyPr>
          <a:lstStyle/>
          <a:p>
            <a:r>
              <a:rPr kumimoji="0" lang="fr-FR" sz="1067" b="0" i="0" u="none" strike="noStrike" kern="1200" cap="none" spc="0" normalizeH="0" baseline="0" noProof="0" dirty="0">
                <a:ln>
                  <a:noFill/>
                </a:ln>
                <a:solidFill>
                  <a:schemeClr val="bg2"/>
                </a:solidFill>
                <a:effectLst/>
                <a:uLnTx/>
                <a:uFillTx/>
                <a:latin typeface="Helvetica 75 Bold" panose="020B0804020202020204" pitchFamily="34" charset="0"/>
                <a:ea typeface="+mn-ea"/>
                <a:cs typeface="+mn-cs"/>
              </a:rPr>
              <a:t>Interne Orange</a:t>
            </a:r>
          </a:p>
        </p:txBody>
      </p:sp>
    </p:spTree>
    <p:extLst>
      <p:ext uri="{BB962C8B-B14F-4D97-AF65-F5344CB8AC3E}">
        <p14:creationId xmlns:p14="http://schemas.microsoft.com/office/powerpoint/2010/main" val="2562764678"/>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Image pleine page">
    <p:bg>
      <p:bgPr>
        <a:solidFill>
          <a:schemeClr val="tx2"/>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2" hasCustomPrompt="1"/>
          </p:nvPr>
        </p:nvSpPr>
        <p:spPr>
          <a:xfrm>
            <a:off x="0" y="0"/>
            <a:ext cx="12192000" cy="6858000"/>
          </a:xfrm>
        </p:spPr>
        <p:txBody>
          <a:bodyPr/>
          <a:lstStyle/>
          <a:p>
            <a:r>
              <a:rPr lang="fr-FR" noProof="0" dirty="0"/>
              <a:t>Cliquez sur l'icône pour ajouter une photo</a:t>
            </a:r>
          </a:p>
        </p:txBody>
      </p:sp>
      <p:sp>
        <p:nvSpPr>
          <p:cNvPr id="3" name="Title 2"/>
          <p:cNvSpPr>
            <a:spLocks noGrp="1"/>
          </p:cNvSpPr>
          <p:nvPr>
            <p:ph type="title" hasCustomPrompt="1"/>
          </p:nvPr>
        </p:nvSpPr>
        <p:spPr/>
        <p:txBody>
          <a:bodyPr/>
          <a:lstStyle>
            <a:lvl1pPr>
              <a:defRPr>
                <a:solidFill>
                  <a:schemeClr val="tx1"/>
                </a:solidFill>
              </a:defRPr>
            </a:lvl1pPr>
          </a:lstStyle>
          <a:p>
            <a:r>
              <a:rPr lang="fr-FR" dirty="0"/>
              <a:t>Cliquez pour modifier le titre</a:t>
            </a:r>
            <a:endParaRPr lang="en-GB" dirty="0"/>
          </a:p>
        </p:txBody>
      </p:sp>
    </p:spTree>
    <p:extLst>
      <p:ext uri="{BB962C8B-B14F-4D97-AF65-F5344CB8AC3E}">
        <p14:creationId xmlns:p14="http://schemas.microsoft.com/office/powerpoint/2010/main" val="542447432"/>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Vide">
    <p:spTree>
      <p:nvGrpSpPr>
        <p:cNvPr id="1" name=""/>
        <p:cNvGrpSpPr/>
        <p:nvPr/>
      </p:nvGrpSpPr>
      <p:grpSpPr>
        <a:xfrm>
          <a:off x="0" y="0"/>
          <a:ext cx="0" cy="0"/>
          <a:chOff x="0" y="0"/>
          <a:chExt cx="0" cy="0"/>
        </a:xfrm>
      </p:grpSpPr>
      <p:sp>
        <p:nvSpPr>
          <p:cNvPr id="3" name="TextBox 2"/>
          <p:cNvSpPr txBox="1"/>
          <p:nvPr/>
        </p:nvSpPr>
        <p:spPr>
          <a:xfrm>
            <a:off x="826060" y="6332195"/>
            <a:ext cx="968214" cy="164212"/>
          </a:xfrm>
          <a:prstGeom prst="rect">
            <a:avLst/>
          </a:prstGeom>
          <a:noFill/>
        </p:spPr>
        <p:txBody>
          <a:bodyPr wrap="none" lIns="0" tIns="0" rIns="0" bIns="0" rtlCol="0">
            <a:spAutoFit/>
          </a:bodyPr>
          <a:lstStyle/>
          <a:p>
            <a:r>
              <a:rPr kumimoji="0" lang="fr-FR" sz="1067" b="0" i="0" u="none" strike="noStrike" kern="1200" cap="none" spc="0" normalizeH="0" baseline="0" noProof="0" dirty="0">
                <a:ln>
                  <a:noFill/>
                </a:ln>
                <a:solidFill>
                  <a:schemeClr val="bg2"/>
                </a:solidFill>
                <a:effectLst/>
                <a:uLnTx/>
                <a:uFillTx/>
                <a:latin typeface="Helvetica 75 Bold" panose="020B0804020202020204" pitchFamily="34" charset="0"/>
                <a:ea typeface="+mn-ea"/>
                <a:cs typeface="+mn-cs"/>
              </a:rPr>
              <a:t>Interne Orange</a:t>
            </a:r>
          </a:p>
        </p:txBody>
      </p:sp>
    </p:spTree>
    <p:extLst>
      <p:ext uri="{BB962C8B-B14F-4D97-AF65-F5344CB8AC3E}">
        <p14:creationId xmlns:p14="http://schemas.microsoft.com/office/powerpoint/2010/main" val="528694394"/>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99FA7-B613-8D2A-1C5F-02D84E282EC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FR"/>
          </a:p>
        </p:txBody>
      </p:sp>
      <p:sp>
        <p:nvSpPr>
          <p:cNvPr id="3" name="Subtitle 2">
            <a:extLst>
              <a:ext uri="{FF2B5EF4-FFF2-40B4-BE49-F238E27FC236}">
                <a16:creationId xmlns:a16="http://schemas.microsoft.com/office/drawing/2014/main" id="{E4724E18-E47D-FF4F-05BA-76ADF33727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FR"/>
          </a:p>
        </p:txBody>
      </p:sp>
      <p:sp>
        <p:nvSpPr>
          <p:cNvPr id="4" name="Date Placeholder 3">
            <a:extLst>
              <a:ext uri="{FF2B5EF4-FFF2-40B4-BE49-F238E27FC236}">
                <a16:creationId xmlns:a16="http://schemas.microsoft.com/office/drawing/2014/main" id="{FF65ECC0-2B78-DCB4-55E6-E743C5466DAA}"/>
              </a:ext>
            </a:extLst>
          </p:cNvPr>
          <p:cNvSpPr>
            <a:spLocks noGrp="1"/>
          </p:cNvSpPr>
          <p:nvPr>
            <p:ph type="dt" sz="half" idx="10"/>
          </p:nvPr>
        </p:nvSpPr>
        <p:spPr/>
        <p:txBody>
          <a:bodyPr/>
          <a:lstStyle/>
          <a:p>
            <a:fld id="{9CF8D01A-467E-8D4C-B701-2288F09182A5}" type="datetimeFigureOut">
              <a:rPr lang="en-FR" smtClean="0"/>
              <a:t>04/09/2024</a:t>
            </a:fld>
            <a:endParaRPr lang="en-FR"/>
          </a:p>
        </p:txBody>
      </p:sp>
      <p:sp>
        <p:nvSpPr>
          <p:cNvPr id="5" name="Footer Placeholder 4">
            <a:extLst>
              <a:ext uri="{FF2B5EF4-FFF2-40B4-BE49-F238E27FC236}">
                <a16:creationId xmlns:a16="http://schemas.microsoft.com/office/drawing/2014/main" id="{F010D6D8-F04B-5B58-32E2-A56C160600DD}"/>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0DD7690B-3662-AC3D-AAA5-22EBC07B4D21}"/>
              </a:ext>
            </a:extLst>
          </p:cNvPr>
          <p:cNvSpPr>
            <a:spLocks noGrp="1"/>
          </p:cNvSpPr>
          <p:nvPr>
            <p:ph type="sldNum" sz="quarter" idx="12"/>
          </p:nvPr>
        </p:nvSpPr>
        <p:spPr/>
        <p:txBody>
          <a:bodyPr/>
          <a:lstStyle/>
          <a:p>
            <a:fld id="{1CEA3F91-EE0F-E843-B57E-554A3293A943}" type="slidenum">
              <a:rPr lang="en-FR" smtClean="0"/>
              <a:t>‹#›</a:t>
            </a:fld>
            <a:endParaRPr lang="en-FR"/>
          </a:p>
        </p:txBody>
      </p:sp>
    </p:spTree>
    <p:extLst>
      <p:ext uri="{BB962C8B-B14F-4D97-AF65-F5344CB8AC3E}">
        <p14:creationId xmlns:p14="http://schemas.microsoft.com/office/powerpoint/2010/main" val="574693787"/>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contenu">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19101" y="1574801"/>
            <a:ext cx="11353800" cy="4493683"/>
          </a:xfrm>
        </p:spPr>
        <p:txBody>
          <a:bodyPr/>
          <a:lstStyle>
            <a:lvl1pPr>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lvl6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a:p>
            <a:pPr lvl="5"/>
            <a:r>
              <a:rPr lang="en-GB" dirty="0"/>
              <a:t>Sixth level</a:t>
            </a:r>
          </a:p>
        </p:txBody>
      </p:sp>
      <p:sp>
        <p:nvSpPr>
          <p:cNvPr id="2" name="Title 1"/>
          <p:cNvSpPr>
            <a:spLocks noGrp="1"/>
          </p:cNvSpPr>
          <p:nvPr>
            <p:ph type="title" hasCustomPrompt="1"/>
          </p:nvPr>
        </p:nvSpPr>
        <p:spPr/>
        <p:txBody>
          <a:bodyPr/>
          <a:lstStyle>
            <a:lvl1pPr>
              <a:defRPr/>
            </a:lvl1pPr>
          </a:lstStyle>
          <a:p>
            <a:r>
              <a:rPr lang="en-US" dirty="0"/>
              <a:t>Click to edit title</a:t>
            </a:r>
            <a:endParaRPr lang="en-GB" dirty="0"/>
          </a:p>
        </p:txBody>
      </p:sp>
      <p:sp>
        <p:nvSpPr>
          <p:cNvPr id="4" name="TextBox 3"/>
          <p:cNvSpPr txBox="1"/>
          <p:nvPr/>
        </p:nvSpPr>
        <p:spPr>
          <a:xfrm>
            <a:off x="826061" y="6332195"/>
            <a:ext cx="65" cy="164212"/>
          </a:xfrm>
          <a:prstGeom prst="rect">
            <a:avLst/>
          </a:prstGeom>
          <a:noFill/>
        </p:spPr>
        <p:txBody>
          <a:bodyPr wrap="none" lIns="0" tIns="0" rIns="0" bIns="0" rtlCol="0">
            <a:spAutoFit/>
          </a:bodyPr>
          <a:lstStyle/>
          <a:p>
            <a:endParaRPr kumimoji="0" lang="en-GB" sz="1067" b="0" i="0" u="none" strike="noStrike" kern="1200" cap="none" spc="0" normalizeH="0" baseline="0" dirty="0">
              <a:ln>
                <a:noFill/>
              </a:ln>
              <a:solidFill>
                <a:schemeClr val="bg2"/>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1617539868"/>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Diapositive de titre">
    <p:spTree>
      <p:nvGrpSpPr>
        <p:cNvPr id="1" name=""/>
        <p:cNvGrpSpPr/>
        <p:nvPr/>
      </p:nvGrpSpPr>
      <p:grpSpPr>
        <a:xfrm>
          <a:off x="0" y="0"/>
          <a:ext cx="0" cy="0"/>
          <a:chOff x="0" y="0"/>
          <a:chExt cx="0" cy="0"/>
        </a:xfrm>
      </p:grpSpPr>
      <p:sp>
        <p:nvSpPr>
          <p:cNvPr id="14" name="Title 1"/>
          <p:cNvSpPr>
            <a:spLocks noGrp="1"/>
          </p:cNvSpPr>
          <p:nvPr>
            <p:ph type="ctrTitle" hasCustomPrompt="1"/>
          </p:nvPr>
        </p:nvSpPr>
        <p:spPr>
          <a:xfrm>
            <a:off x="1291200" y="2256000"/>
            <a:ext cx="9681600" cy="3091200"/>
          </a:xfrm>
        </p:spPr>
        <p:txBody>
          <a:bodyPr>
            <a:noAutofit/>
          </a:bodyPr>
          <a:lstStyle>
            <a:lvl1pPr algn="l">
              <a:lnSpc>
                <a:spcPct val="85000"/>
              </a:lnSpc>
              <a:defRPr sz="7333" baseline="0">
                <a:solidFill>
                  <a:schemeClr val="tx1"/>
                </a:solidFill>
              </a:defRPr>
            </a:lvl1pPr>
          </a:lstStyle>
          <a:p>
            <a:r>
              <a:rPr lang="en-US" dirty="0"/>
              <a:t>Click to edit title</a:t>
            </a:r>
            <a:endParaRPr lang="en-GB" dirty="0"/>
          </a:p>
        </p:txBody>
      </p:sp>
      <p:sp>
        <p:nvSpPr>
          <p:cNvPr id="15" name="Subtitle 2"/>
          <p:cNvSpPr>
            <a:spLocks noGrp="1"/>
          </p:cNvSpPr>
          <p:nvPr>
            <p:ph type="subTitle" idx="1" hasCustomPrompt="1"/>
          </p:nvPr>
        </p:nvSpPr>
        <p:spPr>
          <a:xfrm>
            <a:off x="1267461" y="5569792"/>
            <a:ext cx="5788647" cy="451496"/>
          </a:xfrm>
        </p:spPr>
        <p:txBody>
          <a:bodyPr/>
          <a:lstStyle>
            <a:lvl1pPr marL="0" indent="0" algn="l">
              <a:buNone/>
              <a:defRPr baseline="0">
                <a:solidFill>
                  <a:schemeClr val="tx1"/>
                </a:solidFill>
              </a:defRPr>
            </a:lvl1pPr>
            <a:lvl2pPr marL="241294" indent="-241294" algn="l">
              <a:buClr>
                <a:schemeClr val="bg2"/>
              </a:buClr>
              <a:buSzPct val="100000"/>
              <a:buFont typeface="Wingdings" panose="05000000000000000000" pitchFamily="2" charset="2"/>
              <a:buChar char="§"/>
              <a:defRPr>
                <a:solidFill>
                  <a:schemeClr val="tx1"/>
                </a:solidFill>
              </a:defRPr>
            </a:lvl2pPr>
            <a:lvl3pPr marL="542386" indent="-254394" algn="l">
              <a:spcBef>
                <a:spcPts val="448"/>
              </a:spcBef>
              <a:buClrTx/>
              <a:buFont typeface="Helvetica 55 Roman" panose="020B0604020202020204" pitchFamily="34" charset="0"/>
              <a:buChar char="–"/>
              <a:defRPr>
                <a:solidFill>
                  <a:schemeClr val="tx1"/>
                </a:solidFill>
                <a:latin typeface="Helvetica 55 Roman" panose="020B0604020202020204" pitchFamily="34" charset="0"/>
              </a:defRPr>
            </a:lvl3pPr>
            <a:lvl4pPr marL="791980" indent="-230394" algn="l">
              <a:spcBef>
                <a:spcPts val="32"/>
              </a:spcBef>
              <a:buFont typeface="Helvetica 55 Roman" panose="020B0604020202020204" pitchFamily="34" charset="0"/>
              <a:buChar char="–"/>
              <a:defRPr>
                <a:solidFill>
                  <a:schemeClr val="tx1"/>
                </a:solidFill>
              </a:defRPr>
            </a:lvl4pPr>
            <a:lvl5pPr marL="1065573" indent="-254394" algn="l">
              <a:buFont typeface="Helvetica 55 Roman" panose="020B0604020202020204" pitchFamily="34" charset="0"/>
              <a:buChar char="–"/>
              <a:defRPr>
                <a:solidFill>
                  <a:schemeClr val="tx1"/>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Click to edit presenter name</a:t>
            </a:r>
          </a:p>
        </p:txBody>
      </p:sp>
      <p:grpSp>
        <p:nvGrpSpPr>
          <p:cNvPr id="18" name="Group 2"/>
          <p:cNvGrpSpPr/>
          <p:nvPr/>
        </p:nvGrpSpPr>
        <p:grpSpPr>
          <a:xfrm>
            <a:off x="10969537" y="5645152"/>
            <a:ext cx="817033" cy="817033"/>
            <a:chOff x="313535" y="4233863"/>
            <a:chExt cx="612775" cy="612775"/>
          </a:xfrm>
        </p:grpSpPr>
        <p:sp>
          <p:nvSpPr>
            <p:cNvPr id="19" name="Rectangle 5"/>
            <p:cNvSpPr>
              <a:spLocks noChangeArrowheads="1"/>
            </p:cNvSpPr>
            <p:nvPr/>
          </p:nvSpPr>
          <p:spPr bwMode="auto">
            <a:xfrm>
              <a:off x="313535" y="4233863"/>
              <a:ext cx="612775" cy="612775"/>
            </a:xfrm>
            <a:prstGeom prst="rect">
              <a:avLst/>
            </a:prstGeom>
            <a:solidFill>
              <a:srgbClr val="FF79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20" name="Freeform 6"/>
            <p:cNvSpPr>
              <a:spLocks noEditPoints="1"/>
            </p:cNvSpPr>
            <p:nvPr/>
          </p:nvSpPr>
          <p:spPr bwMode="auto">
            <a:xfrm>
              <a:off x="500860" y="4708526"/>
              <a:ext cx="74613" cy="87313"/>
            </a:xfrm>
            <a:custGeom>
              <a:avLst/>
              <a:gdLst>
                <a:gd name="T0" fmla="*/ 66 w 93"/>
                <a:gd name="T1" fmla="*/ 99 h 109"/>
                <a:gd name="T2" fmla="*/ 31 w 93"/>
                <a:gd name="T3" fmla="*/ 109 h 109"/>
                <a:gd name="T4" fmla="*/ 0 w 93"/>
                <a:gd name="T5" fmla="*/ 79 h 109"/>
                <a:gd name="T6" fmla="*/ 66 w 93"/>
                <a:gd name="T7" fmla="*/ 37 h 109"/>
                <a:gd name="T8" fmla="*/ 66 w 93"/>
                <a:gd name="T9" fmla="*/ 32 h 109"/>
                <a:gd name="T10" fmla="*/ 49 w 93"/>
                <a:gd name="T11" fmla="*/ 19 h 109"/>
                <a:gd name="T12" fmla="*/ 24 w 93"/>
                <a:gd name="T13" fmla="*/ 32 h 109"/>
                <a:gd name="T14" fmla="*/ 5 w 93"/>
                <a:gd name="T15" fmla="*/ 21 h 109"/>
                <a:gd name="T16" fmla="*/ 50 w 93"/>
                <a:gd name="T17" fmla="*/ 0 h 109"/>
                <a:gd name="T18" fmla="*/ 93 w 93"/>
                <a:gd name="T19" fmla="*/ 32 h 109"/>
                <a:gd name="T20" fmla="*/ 93 w 93"/>
                <a:gd name="T21" fmla="*/ 108 h 109"/>
                <a:gd name="T22" fmla="*/ 68 w 93"/>
                <a:gd name="T23" fmla="*/ 108 h 109"/>
                <a:gd name="T24" fmla="*/ 66 w 93"/>
                <a:gd name="T25" fmla="*/ 99 h 109"/>
                <a:gd name="T26" fmla="*/ 27 w 93"/>
                <a:gd name="T27" fmla="*/ 77 h 109"/>
                <a:gd name="T28" fmla="*/ 39 w 93"/>
                <a:gd name="T29" fmla="*/ 90 h 109"/>
                <a:gd name="T30" fmla="*/ 65 w 93"/>
                <a:gd name="T31" fmla="*/ 79 h 109"/>
                <a:gd name="T32" fmla="*/ 65 w 93"/>
                <a:gd name="T33" fmla="*/ 54 h 109"/>
                <a:gd name="T34" fmla="*/ 27 w 93"/>
                <a:gd name="T35" fmla="*/ 77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 h="109">
                  <a:moveTo>
                    <a:pt x="66" y="99"/>
                  </a:moveTo>
                  <a:cubicBezTo>
                    <a:pt x="55" y="106"/>
                    <a:pt x="43" y="109"/>
                    <a:pt x="31" y="109"/>
                  </a:cubicBezTo>
                  <a:cubicBezTo>
                    <a:pt x="11" y="109"/>
                    <a:pt x="0" y="96"/>
                    <a:pt x="0" y="79"/>
                  </a:cubicBezTo>
                  <a:cubicBezTo>
                    <a:pt x="0" y="55"/>
                    <a:pt x="21" y="42"/>
                    <a:pt x="66" y="37"/>
                  </a:cubicBezTo>
                  <a:cubicBezTo>
                    <a:pt x="66" y="32"/>
                    <a:pt x="66" y="32"/>
                    <a:pt x="66" y="32"/>
                  </a:cubicBezTo>
                  <a:cubicBezTo>
                    <a:pt x="66" y="24"/>
                    <a:pt x="60" y="19"/>
                    <a:pt x="49" y="19"/>
                  </a:cubicBezTo>
                  <a:cubicBezTo>
                    <a:pt x="39" y="19"/>
                    <a:pt x="30" y="24"/>
                    <a:pt x="24" y="32"/>
                  </a:cubicBezTo>
                  <a:cubicBezTo>
                    <a:pt x="5" y="21"/>
                    <a:pt x="5" y="21"/>
                    <a:pt x="5" y="21"/>
                  </a:cubicBezTo>
                  <a:cubicBezTo>
                    <a:pt x="15" y="7"/>
                    <a:pt x="30" y="0"/>
                    <a:pt x="50" y="0"/>
                  </a:cubicBezTo>
                  <a:cubicBezTo>
                    <a:pt x="77" y="0"/>
                    <a:pt x="93" y="12"/>
                    <a:pt x="93" y="32"/>
                  </a:cubicBezTo>
                  <a:cubicBezTo>
                    <a:pt x="93" y="32"/>
                    <a:pt x="93" y="108"/>
                    <a:pt x="93" y="108"/>
                  </a:cubicBezTo>
                  <a:cubicBezTo>
                    <a:pt x="68" y="108"/>
                    <a:pt x="68" y="108"/>
                    <a:pt x="68" y="108"/>
                  </a:cubicBezTo>
                  <a:lnTo>
                    <a:pt x="66" y="99"/>
                  </a:lnTo>
                  <a:close/>
                  <a:moveTo>
                    <a:pt x="27" y="77"/>
                  </a:moveTo>
                  <a:cubicBezTo>
                    <a:pt x="27" y="84"/>
                    <a:pt x="31" y="90"/>
                    <a:pt x="39" y="90"/>
                  </a:cubicBezTo>
                  <a:cubicBezTo>
                    <a:pt x="48" y="90"/>
                    <a:pt x="57" y="87"/>
                    <a:pt x="65" y="79"/>
                  </a:cubicBezTo>
                  <a:cubicBezTo>
                    <a:pt x="65" y="54"/>
                    <a:pt x="65" y="54"/>
                    <a:pt x="65" y="54"/>
                  </a:cubicBezTo>
                  <a:cubicBezTo>
                    <a:pt x="39" y="57"/>
                    <a:pt x="27" y="64"/>
                    <a:pt x="27" y="7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21" name="Freeform 7"/>
            <p:cNvSpPr>
              <a:spLocks/>
            </p:cNvSpPr>
            <p:nvPr/>
          </p:nvSpPr>
          <p:spPr bwMode="auto">
            <a:xfrm>
              <a:off x="592935" y="4708526"/>
              <a:ext cx="76200" cy="87313"/>
            </a:xfrm>
            <a:custGeom>
              <a:avLst/>
              <a:gdLst>
                <a:gd name="T0" fmla="*/ 0 w 94"/>
                <a:gd name="T1" fmla="*/ 5 h 108"/>
                <a:gd name="T2" fmla="*/ 23 w 94"/>
                <a:gd name="T3" fmla="*/ 2 h 108"/>
                <a:gd name="T4" fmla="*/ 25 w 94"/>
                <a:gd name="T5" fmla="*/ 15 h 108"/>
                <a:gd name="T6" fmla="*/ 61 w 94"/>
                <a:gd name="T7" fmla="*/ 0 h 108"/>
                <a:gd name="T8" fmla="*/ 94 w 94"/>
                <a:gd name="T9" fmla="*/ 34 h 108"/>
                <a:gd name="T10" fmla="*/ 94 w 94"/>
                <a:gd name="T11" fmla="*/ 108 h 108"/>
                <a:gd name="T12" fmla="*/ 66 w 94"/>
                <a:gd name="T13" fmla="*/ 108 h 108"/>
                <a:gd name="T14" fmla="*/ 66 w 94"/>
                <a:gd name="T15" fmla="*/ 39 h 108"/>
                <a:gd name="T16" fmla="*/ 53 w 94"/>
                <a:gd name="T17" fmla="*/ 21 h 108"/>
                <a:gd name="T18" fmla="*/ 27 w 94"/>
                <a:gd name="T19" fmla="*/ 32 h 108"/>
                <a:gd name="T20" fmla="*/ 27 w 94"/>
                <a:gd name="T21" fmla="*/ 108 h 108"/>
                <a:gd name="T22" fmla="*/ 0 w 94"/>
                <a:gd name="T23" fmla="*/ 108 h 108"/>
                <a:gd name="T24" fmla="*/ 0 w 94"/>
                <a:gd name="T25" fmla="*/ 5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4" h="108">
                  <a:moveTo>
                    <a:pt x="0" y="5"/>
                  </a:moveTo>
                  <a:cubicBezTo>
                    <a:pt x="23" y="2"/>
                    <a:pt x="23" y="2"/>
                    <a:pt x="23" y="2"/>
                  </a:cubicBezTo>
                  <a:cubicBezTo>
                    <a:pt x="25" y="15"/>
                    <a:pt x="25" y="15"/>
                    <a:pt x="25" y="15"/>
                  </a:cubicBezTo>
                  <a:cubicBezTo>
                    <a:pt x="38" y="5"/>
                    <a:pt x="48" y="0"/>
                    <a:pt x="61" y="0"/>
                  </a:cubicBezTo>
                  <a:cubicBezTo>
                    <a:pt x="83" y="0"/>
                    <a:pt x="94" y="12"/>
                    <a:pt x="94" y="34"/>
                  </a:cubicBezTo>
                  <a:cubicBezTo>
                    <a:pt x="94" y="108"/>
                    <a:pt x="94" y="108"/>
                    <a:pt x="94" y="108"/>
                  </a:cubicBezTo>
                  <a:cubicBezTo>
                    <a:pt x="66" y="108"/>
                    <a:pt x="66" y="108"/>
                    <a:pt x="66" y="108"/>
                  </a:cubicBezTo>
                  <a:cubicBezTo>
                    <a:pt x="66" y="39"/>
                    <a:pt x="66" y="39"/>
                    <a:pt x="66" y="39"/>
                  </a:cubicBezTo>
                  <a:cubicBezTo>
                    <a:pt x="66" y="26"/>
                    <a:pt x="63" y="21"/>
                    <a:pt x="53" y="21"/>
                  </a:cubicBezTo>
                  <a:cubicBezTo>
                    <a:pt x="45" y="21"/>
                    <a:pt x="36" y="24"/>
                    <a:pt x="27" y="32"/>
                  </a:cubicBezTo>
                  <a:cubicBezTo>
                    <a:pt x="27" y="108"/>
                    <a:pt x="27" y="108"/>
                    <a:pt x="27" y="108"/>
                  </a:cubicBezTo>
                  <a:cubicBezTo>
                    <a:pt x="0" y="108"/>
                    <a:pt x="0" y="108"/>
                    <a:pt x="0" y="108"/>
                  </a:cubicBezTo>
                  <a:lnTo>
                    <a:pt x="0" y="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22" name="Freeform 8"/>
            <p:cNvSpPr>
              <a:spLocks noEditPoints="1"/>
            </p:cNvSpPr>
            <p:nvPr/>
          </p:nvSpPr>
          <p:spPr bwMode="auto">
            <a:xfrm>
              <a:off x="778673" y="4708526"/>
              <a:ext cx="79375" cy="88900"/>
            </a:xfrm>
            <a:custGeom>
              <a:avLst/>
              <a:gdLst>
                <a:gd name="T0" fmla="*/ 50 w 98"/>
                <a:gd name="T1" fmla="*/ 110 h 110"/>
                <a:gd name="T2" fmla="*/ 0 w 98"/>
                <a:gd name="T3" fmla="*/ 55 h 110"/>
                <a:gd name="T4" fmla="*/ 49 w 98"/>
                <a:gd name="T5" fmla="*/ 0 h 110"/>
                <a:gd name="T6" fmla="*/ 98 w 98"/>
                <a:gd name="T7" fmla="*/ 54 h 110"/>
                <a:gd name="T8" fmla="*/ 97 w 98"/>
                <a:gd name="T9" fmla="*/ 59 h 110"/>
                <a:gd name="T10" fmla="*/ 27 w 98"/>
                <a:gd name="T11" fmla="*/ 59 h 110"/>
                <a:gd name="T12" fmla="*/ 52 w 98"/>
                <a:gd name="T13" fmla="*/ 89 h 110"/>
                <a:gd name="T14" fmla="*/ 76 w 98"/>
                <a:gd name="T15" fmla="*/ 76 h 110"/>
                <a:gd name="T16" fmla="*/ 96 w 98"/>
                <a:gd name="T17" fmla="*/ 87 h 110"/>
                <a:gd name="T18" fmla="*/ 50 w 98"/>
                <a:gd name="T19" fmla="*/ 110 h 110"/>
                <a:gd name="T20" fmla="*/ 70 w 98"/>
                <a:gd name="T21" fmla="*/ 41 h 110"/>
                <a:gd name="T22" fmla="*/ 49 w 98"/>
                <a:gd name="T23" fmla="*/ 19 h 110"/>
                <a:gd name="T24" fmla="*/ 28 w 98"/>
                <a:gd name="T25" fmla="*/ 41 h 110"/>
                <a:gd name="T26" fmla="*/ 70 w 98"/>
                <a:gd name="T27" fmla="*/ 41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8" h="110">
                  <a:moveTo>
                    <a:pt x="50" y="110"/>
                  </a:moveTo>
                  <a:cubicBezTo>
                    <a:pt x="19" y="110"/>
                    <a:pt x="0" y="90"/>
                    <a:pt x="0" y="55"/>
                  </a:cubicBezTo>
                  <a:cubicBezTo>
                    <a:pt x="0" y="20"/>
                    <a:pt x="19" y="0"/>
                    <a:pt x="49" y="0"/>
                  </a:cubicBezTo>
                  <a:cubicBezTo>
                    <a:pt x="80" y="0"/>
                    <a:pt x="98" y="20"/>
                    <a:pt x="98" y="54"/>
                  </a:cubicBezTo>
                  <a:cubicBezTo>
                    <a:pt x="98" y="56"/>
                    <a:pt x="97" y="57"/>
                    <a:pt x="97" y="59"/>
                  </a:cubicBezTo>
                  <a:cubicBezTo>
                    <a:pt x="27" y="59"/>
                    <a:pt x="27" y="59"/>
                    <a:pt x="27" y="59"/>
                  </a:cubicBezTo>
                  <a:cubicBezTo>
                    <a:pt x="28" y="79"/>
                    <a:pt x="36" y="89"/>
                    <a:pt x="52" y="89"/>
                  </a:cubicBezTo>
                  <a:cubicBezTo>
                    <a:pt x="63" y="89"/>
                    <a:pt x="70" y="85"/>
                    <a:pt x="76" y="76"/>
                  </a:cubicBezTo>
                  <a:cubicBezTo>
                    <a:pt x="96" y="87"/>
                    <a:pt x="96" y="87"/>
                    <a:pt x="96" y="87"/>
                  </a:cubicBezTo>
                  <a:cubicBezTo>
                    <a:pt x="87" y="102"/>
                    <a:pt x="71" y="110"/>
                    <a:pt x="50" y="110"/>
                  </a:cubicBezTo>
                  <a:close/>
                  <a:moveTo>
                    <a:pt x="70" y="41"/>
                  </a:moveTo>
                  <a:cubicBezTo>
                    <a:pt x="70" y="27"/>
                    <a:pt x="62" y="19"/>
                    <a:pt x="49" y="19"/>
                  </a:cubicBezTo>
                  <a:cubicBezTo>
                    <a:pt x="37" y="19"/>
                    <a:pt x="29" y="27"/>
                    <a:pt x="28" y="41"/>
                  </a:cubicBezTo>
                  <a:lnTo>
                    <a:pt x="70" y="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23" name="Freeform 9"/>
            <p:cNvSpPr>
              <a:spLocks noEditPoints="1"/>
            </p:cNvSpPr>
            <p:nvPr/>
          </p:nvSpPr>
          <p:spPr bwMode="auto">
            <a:xfrm>
              <a:off x="346873" y="4708526"/>
              <a:ext cx="84138" cy="88900"/>
            </a:xfrm>
            <a:custGeom>
              <a:avLst/>
              <a:gdLst>
                <a:gd name="T0" fmla="*/ 52 w 104"/>
                <a:gd name="T1" fmla="*/ 111 h 111"/>
                <a:gd name="T2" fmla="*/ 0 w 104"/>
                <a:gd name="T3" fmla="*/ 55 h 111"/>
                <a:gd name="T4" fmla="*/ 52 w 104"/>
                <a:gd name="T5" fmla="*/ 0 h 111"/>
                <a:gd name="T6" fmla="*/ 104 w 104"/>
                <a:gd name="T7" fmla="*/ 55 h 111"/>
                <a:gd name="T8" fmla="*/ 52 w 104"/>
                <a:gd name="T9" fmla="*/ 111 h 111"/>
                <a:gd name="T10" fmla="*/ 52 w 104"/>
                <a:gd name="T11" fmla="*/ 23 h 111"/>
                <a:gd name="T12" fmla="*/ 28 w 104"/>
                <a:gd name="T13" fmla="*/ 55 h 111"/>
                <a:gd name="T14" fmla="*/ 52 w 104"/>
                <a:gd name="T15" fmla="*/ 87 h 111"/>
                <a:gd name="T16" fmla="*/ 77 w 104"/>
                <a:gd name="T17" fmla="*/ 55 h 111"/>
                <a:gd name="T18" fmla="*/ 52 w 104"/>
                <a:gd name="T19" fmla="*/ 2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4" h="111">
                  <a:moveTo>
                    <a:pt x="52" y="111"/>
                  </a:moveTo>
                  <a:cubicBezTo>
                    <a:pt x="25" y="111"/>
                    <a:pt x="0" y="93"/>
                    <a:pt x="0" y="55"/>
                  </a:cubicBezTo>
                  <a:cubicBezTo>
                    <a:pt x="0" y="17"/>
                    <a:pt x="25" y="0"/>
                    <a:pt x="52" y="0"/>
                  </a:cubicBezTo>
                  <a:cubicBezTo>
                    <a:pt x="79" y="0"/>
                    <a:pt x="104" y="17"/>
                    <a:pt x="104" y="55"/>
                  </a:cubicBezTo>
                  <a:cubicBezTo>
                    <a:pt x="104" y="93"/>
                    <a:pt x="79" y="111"/>
                    <a:pt x="52" y="111"/>
                  </a:cubicBezTo>
                  <a:close/>
                  <a:moveTo>
                    <a:pt x="52" y="23"/>
                  </a:moveTo>
                  <a:cubicBezTo>
                    <a:pt x="31" y="23"/>
                    <a:pt x="28" y="42"/>
                    <a:pt x="28" y="55"/>
                  </a:cubicBezTo>
                  <a:cubicBezTo>
                    <a:pt x="28" y="69"/>
                    <a:pt x="31" y="87"/>
                    <a:pt x="52" y="87"/>
                  </a:cubicBezTo>
                  <a:cubicBezTo>
                    <a:pt x="73" y="87"/>
                    <a:pt x="77" y="69"/>
                    <a:pt x="77" y="55"/>
                  </a:cubicBezTo>
                  <a:cubicBezTo>
                    <a:pt x="77" y="42"/>
                    <a:pt x="73" y="23"/>
                    <a:pt x="52" y="2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24" name="Freeform 10"/>
            <p:cNvSpPr>
              <a:spLocks/>
            </p:cNvSpPr>
            <p:nvPr/>
          </p:nvSpPr>
          <p:spPr bwMode="auto">
            <a:xfrm>
              <a:off x="446885" y="4708526"/>
              <a:ext cx="47625" cy="87313"/>
            </a:xfrm>
            <a:custGeom>
              <a:avLst/>
              <a:gdLst>
                <a:gd name="T0" fmla="*/ 0 w 59"/>
                <a:gd name="T1" fmla="*/ 3 h 108"/>
                <a:gd name="T2" fmla="*/ 26 w 59"/>
                <a:gd name="T3" fmla="*/ 3 h 108"/>
                <a:gd name="T4" fmla="*/ 26 w 59"/>
                <a:gd name="T5" fmla="*/ 15 h 108"/>
                <a:gd name="T6" fmla="*/ 55 w 59"/>
                <a:gd name="T7" fmla="*/ 0 h 108"/>
                <a:gd name="T8" fmla="*/ 59 w 59"/>
                <a:gd name="T9" fmla="*/ 1 h 108"/>
                <a:gd name="T10" fmla="*/ 59 w 59"/>
                <a:gd name="T11" fmla="*/ 27 h 108"/>
                <a:gd name="T12" fmla="*/ 58 w 59"/>
                <a:gd name="T13" fmla="*/ 27 h 108"/>
                <a:gd name="T14" fmla="*/ 28 w 59"/>
                <a:gd name="T15" fmla="*/ 38 h 108"/>
                <a:gd name="T16" fmla="*/ 28 w 59"/>
                <a:gd name="T17" fmla="*/ 108 h 108"/>
                <a:gd name="T18" fmla="*/ 0 w 59"/>
                <a:gd name="T19" fmla="*/ 108 h 108"/>
                <a:gd name="T20" fmla="*/ 0 w 59"/>
                <a:gd name="T21" fmla="*/ 3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108">
                  <a:moveTo>
                    <a:pt x="0" y="3"/>
                  </a:moveTo>
                  <a:cubicBezTo>
                    <a:pt x="26" y="3"/>
                    <a:pt x="26" y="3"/>
                    <a:pt x="26" y="3"/>
                  </a:cubicBezTo>
                  <a:cubicBezTo>
                    <a:pt x="26" y="15"/>
                    <a:pt x="26" y="15"/>
                    <a:pt x="26" y="15"/>
                  </a:cubicBezTo>
                  <a:cubicBezTo>
                    <a:pt x="31" y="8"/>
                    <a:pt x="44" y="0"/>
                    <a:pt x="55" y="0"/>
                  </a:cubicBezTo>
                  <a:cubicBezTo>
                    <a:pt x="57" y="0"/>
                    <a:pt x="58" y="0"/>
                    <a:pt x="59" y="1"/>
                  </a:cubicBezTo>
                  <a:cubicBezTo>
                    <a:pt x="59" y="27"/>
                    <a:pt x="59" y="27"/>
                    <a:pt x="59" y="27"/>
                  </a:cubicBezTo>
                  <a:cubicBezTo>
                    <a:pt x="59" y="27"/>
                    <a:pt x="58" y="27"/>
                    <a:pt x="58" y="27"/>
                  </a:cubicBezTo>
                  <a:cubicBezTo>
                    <a:pt x="46" y="27"/>
                    <a:pt x="32" y="28"/>
                    <a:pt x="28" y="38"/>
                  </a:cubicBezTo>
                  <a:cubicBezTo>
                    <a:pt x="28" y="108"/>
                    <a:pt x="28" y="108"/>
                    <a:pt x="28" y="108"/>
                  </a:cubicBezTo>
                  <a:cubicBezTo>
                    <a:pt x="0" y="108"/>
                    <a:pt x="0" y="108"/>
                    <a:pt x="0" y="108"/>
                  </a:cubicBezTo>
                  <a:lnTo>
                    <a:pt x="0" y="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25" name="Freeform 11"/>
            <p:cNvSpPr>
              <a:spLocks noEditPoints="1"/>
            </p:cNvSpPr>
            <p:nvPr/>
          </p:nvSpPr>
          <p:spPr bwMode="auto">
            <a:xfrm>
              <a:off x="685010" y="4708526"/>
              <a:ext cx="79375" cy="120650"/>
            </a:xfrm>
            <a:custGeom>
              <a:avLst/>
              <a:gdLst>
                <a:gd name="T0" fmla="*/ 49 w 98"/>
                <a:gd name="T1" fmla="*/ 85 h 149"/>
                <a:gd name="T2" fmla="*/ 72 w 98"/>
                <a:gd name="T3" fmla="*/ 50 h 149"/>
                <a:gd name="T4" fmla="*/ 49 w 98"/>
                <a:gd name="T5" fmla="*/ 20 h 149"/>
                <a:gd name="T6" fmla="*/ 28 w 98"/>
                <a:gd name="T7" fmla="*/ 51 h 149"/>
                <a:gd name="T8" fmla="*/ 49 w 98"/>
                <a:gd name="T9" fmla="*/ 85 h 149"/>
                <a:gd name="T10" fmla="*/ 98 w 98"/>
                <a:gd name="T11" fmla="*/ 2 h 149"/>
                <a:gd name="T12" fmla="*/ 98 w 98"/>
                <a:gd name="T13" fmla="*/ 102 h 149"/>
                <a:gd name="T14" fmla="*/ 47 w 98"/>
                <a:gd name="T15" fmla="*/ 149 h 149"/>
                <a:gd name="T16" fmla="*/ 3 w 98"/>
                <a:gd name="T17" fmla="*/ 123 h 149"/>
                <a:gd name="T18" fmla="*/ 30 w 98"/>
                <a:gd name="T19" fmla="*/ 118 h 149"/>
                <a:gd name="T20" fmla="*/ 50 w 98"/>
                <a:gd name="T21" fmla="*/ 128 h 149"/>
                <a:gd name="T22" fmla="*/ 72 w 98"/>
                <a:gd name="T23" fmla="*/ 105 h 149"/>
                <a:gd name="T24" fmla="*/ 72 w 98"/>
                <a:gd name="T25" fmla="*/ 93 h 149"/>
                <a:gd name="T26" fmla="*/ 71 w 98"/>
                <a:gd name="T27" fmla="*/ 92 h 149"/>
                <a:gd name="T28" fmla="*/ 44 w 98"/>
                <a:gd name="T29" fmla="*/ 108 h 149"/>
                <a:gd name="T30" fmla="*/ 0 w 98"/>
                <a:gd name="T31" fmla="*/ 55 h 149"/>
                <a:gd name="T32" fmla="*/ 42 w 98"/>
                <a:gd name="T33" fmla="*/ 0 h 149"/>
                <a:gd name="T34" fmla="*/ 73 w 98"/>
                <a:gd name="T35" fmla="*/ 15 h 149"/>
                <a:gd name="T36" fmla="*/ 73 w 98"/>
                <a:gd name="T37" fmla="*/ 15 h 149"/>
                <a:gd name="T38" fmla="*/ 75 w 98"/>
                <a:gd name="T39" fmla="*/ 2 h 149"/>
                <a:gd name="T40" fmla="*/ 98 w 98"/>
                <a:gd name="T41" fmla="*/ 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8" h="149">
                  <a:moveTo>
                    <a:pt x="49" y="85"/>
                  </a:moveTo>
                  <a:cubicBezTo>
                    <a:pt x="70" y="85"/>
                    <a:pt x="72" y="64"/>
                    <a:pt x="72" y="50"/>
                  </a:cubicBezTo>
                  <a:cubicBezTo>
                    <a:pt x="72" y="33"/>
                    <a:pt x="64" y="20"/>
                    <a:pt x="49" y="20"/>
                  </a:cubicBezTo>
                  <a:cubicBezTo>
                    <a:pt x="39" y="20"/>
                    <a:pt x="28" y="27"/>
                    <a:pt x="28" y="51"/>
                  </a:cubicBezTo>
                  <a:cubicBezTo>
                    <a:pt x="28" y="64"/>
                    <a:pt x="29" y="85"/>
                    <a:pt x="49" y="85"/>
                  </a:cubicBezTo>
                  <a:close/>
                  <a:moveTo>
                    <a:pt x="98" y="2"/>
                  </a:moveTo>
                  <a:cubicBezTo>
                    <a:pt x="98" y="102"/>
                    <a:pt x="98" y="102"/>
                    <a:pt x="98" y="102"/>
                  </a:cubicBezTo>
                  <a:cubicBezTo>
                    <a:pt x="98" y="119"/>
                    <a:pt x="97" y="148"/>
                    <a:pt x="47" y="149"/>
                  </a:cubicBezTo>
                  <a:cubicBezTo>
                    <a:pt x="26" y="149"/>
                    <a:pt x="7" y="141"/>
                    <a:pt x="3" y="123"/>
                  </a:cubicBezTo>
                  <a:cubicBezTo>
                    <a:pt x="30" y="118"/>
                    <a:pt x="30" y="118"/>
                    <a:pt x="30" y="118"/>
                  </a:cubicBezTo>
                  <a:cubicBezTo>
                    <a:pt x="32" y="123"/>
                    <a:pt x="35" y="128"/>
                    <a:pt x="50" y="128"/>
                  </a:cubicBezTo>
                  <a:cubicBezTo>
                    <a:pt x="65" y="128"/>
                    <a:pt x="72" y="122"/>
                    <a:pt x="72" y="105"/>
                  </a:cubicBezTo>
                  <a:cubicBezTo>
                    <a:pt x="72" y="93"/>
                    <a:pt x="72" y="93"/>
                    <a:pt x="72" y="93"/>
                  </a:cubicBezTo>
                  <a:cubicBezTo>
                    <a:pt x="71" y="92"/>
                    <a:pt x="71" y="92"/>
                    <a:pt x="71" y="92"/>
                  </a:cubicBezTo>
                  <a:cubicBezTo>
                    <a:pt x="67" y="100"/>
                    <a:pt x="60" y="108"/>
                    <a:pt x="44" y="108"/>
                  </a:cubicBezTo>
                  <a:cubicBezTo>
                    <a:pt x="19" y="108"/>
                    <a:pt x="0" y="91"/>
                    <a:pt x="0" y="55"/>
                  </a:cubicBezTo>
                  <a:cubicBezTo>
                    <a:pt x="0" y="20"/>
                    <a:pt x="20" y="0"/>
                    <a:pt x="42" y="0"/>
                  </a:cubicBezTo>
                  <a:cubicBezTo>
                    <a:pt x="63" y="0"/>
                    <a:pt x="71" y="10"/>
                    <a:pt x="73" y="15"/>
                  </a:cubicBezTo>
                  <a:cubicBezTo>
                    <a:pt x="73" y="15"/>
                    <a:pt x="73" y="15"/>
                    <a:pt x="73" y="15"/>
                  </a:cubicBezTo>
                  <a:cubicBezTo>
                    <a:pt x="75" y="2"/>
                    <a:pt x="75" y="2"/>
                    <a:pt x="75" y="2"/>
                  </a:cubicBezTo>
                  <a:lnTo>
                    <a:pt x="98" y="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26" name="Freeform 12"/>
            <p:cNvSpPr>
              <a:spLocks noEditPoints="1"/>
            </p:cNvSpPr>
            <p:nvPr/>
          </p:nvSpPr>
          <p:spPr bwMode="auto">
            <a:xfrm>
              <a:off x="843760" y="4678363"/>
              <a:ext cx="58738" cy="26988"/>
            </a:xfrm>
            <a:custGeom>
              <a:avLst/>
              <a:gdLst>
                <a:gd name="T0" fmla="*/ 14 w 37"/>
                <a:gd name="T1" fmla="*/ 2 h 17"/>
                <a:gd name="T2" fmla="*/ 9 w 37"/>
                <a:gd name="T3" fmla="*/ 2 h 17"/>
                <a:gd name="T4" fmla="*/ 9 w 37"/>
                <a:gd name="T5" fmla="*/ 17 h 17"/>
                <a:gd name="T6" fmla="*/ 6 w 37"/>
                <a:gd name="T7" fmla="*/ 17 h 17"/>
                <a:gd name="T8" fmla="*/ 6 w 37"/>
                <a:gd name="T9" fmla="*/ 2 h 17"/>
                <a:gd name="T10" fmla="*/ 0 w 37"/>
                <a:gd name="T11" fmla="*/ 2 h 17"/>
                <a:gd name="T12" fmla="*/ 0 w 37"/>
                <a:gd name="T13" fmla="*/ 0 h 17"/>
                <a:gd name="T14" fmla="*/ 14 w 37"/>
                <a:gd name="T15" fmla="*/ 0 h 17"/>
                <a:gd name="T16" fmla="*/ 14 w 37"/>
                <a:gd name="T17" fmla="*/ 2 h 17"/>
                <a:gd name="T18" fmla="*/ 37 w 37"/>
                <a:gd name="T19" fmla="*/ 17 h 17"/>
                <a:gd name="T20" fmla="*/ 34 w 37"/>
                <a:gd name="T21" fmla="*/ 17 h 17"/>
                <a:gd name="T22" fmla="*/ 34 w 37"/>
                <a:gd name="T23" fmla="*/ 2 h 17"/>
                <a:gd name="T24" fmla="*/ 34 w 37"/>
                <a:gd name="T25" fmla="*/ 2 h 17"/>
                <a:gd name="T26" fmla="*/ 29 w 37"/>
                <a:gd name="T27" fmla="*/ 17 h 17"/>
                <a:gd name="T28" fmla="*/ 27 w 37"/>
                <a:gd name="T29" fmla="*/ 17 h 17"/>
                <a:gd name="T30" fmla="*/ 21 w 37"/>
                <a:gd name="T31" fmla="*/ 2 h 17"/>
                <a:gd name="T32" fmla="*/ 20 w 37"/>
                <a:gd name="T33" fmla="*/ 2 h 17"/>
                <a:gd name="T34" fmla="*/ 20 w 37"/>
                <a:gd name="T35" fmla="*/ 17 h 17"/>
                <a:gd name="T36" fmla="*/ 18 w 37"/>
                <a:gd name="T37" fmla="*/ 17 h 17"/>
                <a:gd name="T38" fmla="*/ 18 w 37"/>
                <a:gd name="T39" fmla="*/ 0 h 17"/>
                <a:gd name="T40" fmla="*/ 22 w 37"/>
                <a:gd name="T41" fmla="*/ 0 h 17"/>
                <a:gd name="T42" fmla="*/ 28 w 37"/>
                <a:gd name="T43" fmla="*/ 13 h 17"/>
                <a:gd name="T44" fmla="*/ 33 w 37"/>
                <a:gd name="T45" fmla="*/ 0 h 17"/>
                <a:gd name="T46" fmla="*/ 37 w 37"/>
                <a:gd name="T47" fmla="*/ 0 h 17"/>
                <a:gd name="T48" fmla="*/ 37 w 37"/>
                <a:gd name="T49"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7" h="17">
                  <a:moveTo>
                    <a:pt x="14" y="2"/>
                  </a:moveTo>
                  <a:lnTo>
                    <a:pt x="9" y="2"/>
                  </a:lnTo>
                  <a:lnTo>
                    <a:pt x="9" y="17"/>
                  </a:lnTo>
                  <a:lnTo>
                    <a:pt x="6" y="17"/>
                  </a:lnTo>
                  <a:lnTo>
                    <a:pt x="6" y="2"/>
                  </a:lnTo>
                  <a:lnTo>
                    <a:pt x="0" y="2"/>
                  </a:lnTo>
                  <a:lnTo>
                    <a:pt x="0" y="0"/>
                  </a:lnTo>
                  <a:lnTo>
                    <a:pt x="14" y="0"/>
                  </a:lnTo>
                  <a:lnTo>
                    <a:pt x="14" y="2"/>
                  </a:lnTo>
                  <a:close/>
                  <a:moveTo>
                    <a:pt x="37" y="17"/>
                  </a:moveTo>
                  <a:lnTo>
                    <a:pt x="34" y="17"/>
                  </a:lnTo>
                  <a:lnTo>
                    <a:pt x="34" y="2"/>
                  </a:lnTo>
                  <a:lnTo>
                    <a:pt x="34" y="2"/>
                  </a:lnTo>
                  <a:lnTo>
                    <a:pt x="29" y="17"/>
                  </a:lnTo>
                  <a:lnTo>
                    <a:pt x="27" y="17"/>
                  </a:lnTo>
                  <a:lnTo>
                    <a:pt x="21" y="2"/>
                  </a:lnTo>
                  <a:lnTo>
                    <a:pt x="20" y="2"/>
                  </a:lnTo>
                  <a:lnTo>
                    <a:pt x="20" y="17"/>
                  </a:lnTo>
                  <a:lnTo>
                    <a:pt x="18" y="17"/>
                  </a:lnTo>
                  <a:lnTo>
                    <a:pt x="18" y="0"/>
                  </a:lnTo>
                  <a:lnTo>
                    <a:pt x="22" y="0"/>
                  </a:lnTo>
                  <a:lnTo>
                    <a:pt x="28" y="13"/>
                  </a:lnTo>
                  <a:lnTo>
                    <a:pt x="33" y="0"/>
                  </a:lnTo>
                  <a:lnTo>
                    <a:pt x="37" y="0"/>
                  </a:lnTo>
                  <a:lnTo>
                    <a:pt x="37" y="1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grpSp>
      <p:sp>
        <p:nvSpPr>
          <p:cNvPr id="27" name="ZoneTexte 13">
            <a:extLst>
              <a:ext uri="{FF2B5EF4-FFF2-40B4-BE49-F238E27FC236}">
                <a16:creationId xmlns:a16="http://schemas.microsoft.com/office/drawing/2014/main" id="{D7001C27-2ED9-D548-B3DB-54FBF362F693}"/>
              </a:ext>
            </a:extLst>
          </p:cNvPr>
          <p:cNvSpPr txBox="1"/>
          <p:nvPr/>
        </p:nvSpPr>
        <p:spPr>
          <a:xfrm>
            <a:off x="385027" y="638775"/>
            <a:ext cx="2104743" cy="921342"/>
          </a:xfrm>
          <a:prstGeom prst="rect">
            <a:avLst/>
          </a:prstGeom>
        </p:spPr>
        <p:txBody>
          <a:bodyPr wrap="none" lIns="0" tIns="0" rIns="0" bIns="0" rtlCol="0">
            <a:spAutoFit/>
          </a:bodyPr>
          <a:lstStyle/>
          <a:p>
            <a:pPr>
              <a:lnSpc>
                <a:spcPts val="3533"/>
              </a:lnSpc>
            </a:pPr>
            <a:r>
              <a:rPr lang="fr-FR" sz="3533" dirty="0">
                <a:solidFill>
                  <a:srgbClr val="FF7900"/>
                </a:solidFill>
              </a:rPr>
              <a:t>Orange</a:t>
            </a:r>
          </a:p>
          <a:p>
            <a:pPr>
              <a:lnSpc>
                <a:spcPts val="3533"/>
              </a:lnSpc>
            </a:pPr>
            <a:r>
              <a:rPr lang="fr-FR" sz="3533" dirty="0"/>
              <a:t>Innovation</a:t>
            </a:r>
          </a:p>
        </p:txBody>
      </p:sp>
      <p:cxnSp>
        <p:nvCxnSpPr>
          <p:cNvPr id="28" name="Connecteur droit 14">
            <a:extLst>
              <a:ext uri="{FF2B5EF4-FFF2-40B4-BE49-F238E27FC236}">
                <a16:creationId xmlns:a16="http://schemas.microsoft.com/office/drawing/2014/main" id="{A6244450-E821-654A-9248-44D1D123EE57}"/>
              </a:ext>
            </a:extLst>
          </p:cNvPr>
          <p:cNvCxnSpPr>
            <a:cxnSpLocks/>
          </p:cNvCxnSpPr>
          <p:nvPr/>
        </p:nvCxnSpPr>
        <p:spPr>
          <a:xfrm>
            <a:off x="443507" y="164638"/>
            <a:ext cx="0" cy="369793"/>
          </a:xfrm>
          <a:prstGeom prst="line">
            <a:avLst/>
          </a:prstGeom>
          <a:ln w="53975">
            <a:solidFill>
              <a:srgbClr val="FF7900"/>
            </a:solidFill>
          </a:ln>
        </p:spPr>
        <p:style>
          <a:lnRef idx="1">
            <a:schemeClr val="accent1"/>
          </a:lnRef>
          <a:fillRef idx="0">
            <a:schemeClr val="accent1"/>
          </a:fillRef>
          <a:effectRef idx="0">
            <a:schemeClr val="accent1"/>
          </a:effectRef>
          <a:fontRef idx="minor">
            <a:schemeClr val="tx1"/>
          </a:fontRef>
        </p:style>
      </p:cxnSp>
      <p:cxnSp>
        <p:nvCxnSpPr>
          <p:cNvPr id="29" name="Connecteur droit 14">
            <a:extLst>
              <a:ext uri="{FF2B5EF4-FFF2-40B4-BE49-F238E27FC236}">
                <a16:creationId xmlns:a16="http://schemas.microsoft.com/office/drawing/2014/main" id="{47F7AFE2-B0DD-EB4C-AEBC-9E6EB009B2B1}"/>
              </a:ext>
            </a:extLst>
          </p:cNvPr>
          <p:cNvCxnSpPr>
            <a:cxnSpLocks/>
          </p:cNvCxnSpPr>
          <p:nvPr/>
        </p:nvCxnSpPr>
        <p:spPr>
          <a:xfrm>
            <a:off x="442579" y="1604797"/>
            <a:ext cx="928" cy="4897603"/>
          </a:xfrm>
          <a:prstGeom prst="line">
            <a:avLst/>
          </a:prstGeom>
          <a:ln w="53975">
            <a:solidFill>
              <a:srgbClr val="FF79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0289459"/>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s">
    <p:spTree>
      <p:nvGrpSpPr>
        <p:cNvPr id="1" name=""/>
        <p:cNvGrpSpPr/>
        <p:nvPr/>
      </p:nvGrpSpPr>
      <p:grpSpPr>
        <a:xfrm>
          <a:off x="0" y="0"/>
          <a:ext cx="0" cy="0"/>
          <a:chOff x="0" y="0"/>
          <a:chExt cx="0" cy="0"/>
        </a:xfrm>
      </p:grpSpPr>
      <p:sp>
        <p:nvSpPr>
          <p:cNvPr id="5" name="Content Placeholder 2"/>
          <p:cNvSpPr>
            <a:spLocks noGrp="1"/>
          </p:cNvSpPr>
          <p:nvPr>
            <p:ph idx="1" hasCustomPrompt="1"/>
          </p:nvPr>
        </p:nvSpPr>
        <p:spPr>
          <a:xfrm>
            <a:off x="419101" y="356660"/>
            <a:ext cx="11353799" cy="5711825"/>
          </a:xfrm>
        </p:spPr>
        <p:txBody>
          <a:bodyPr/>
          <a:lstStyle>
            <a:lvl1pPr>
              <a:spcBef>
                <a:spcPts val="0"/>
              </a:spcBef>
              <a:defRPr sz="4000"/>
            </a:lvl1pPr>
            <a:lvl2pPr marL="482588" indent="-482588">
              <a:spcBef>
                <a:spcPts val="0"/>
              </a:spcBef>
              <a:buClrTx/>
              <a:buSzPct val="100000"/>
              <a:buFont typeface="+mj-lt"/>
              <a:buAutoNum type="arabicPeriod"/>
              <a:defRPr sz="4000"/>
            </a:lvl2pPr>
            <a:lvl3pPr>
              <a:defRPr sz="2400"/>
            </a:lvl3pPr>
            <a:lvl4pPr>
              <a:defRPr sz="2400"/>
            </a:lvl4pPr>
            <a:lvl5pPr>
              <a:defRPr sz="2400"/>
            </a:lvl5pPr>
          </a:lstStyle>
          <a:p>
            <a:pPr lvl="0"/>
            <a:r>
              <a:rPr lang="en-US" dirty="0"/>
              <a:t>Click to edit contents</a:t>
            </a:r>
          </a:p>
          <a:p>
            <a:pPr lvl="1"/>
            <a:r>
              <a:rPr lang="en-US" dirty="0"/>
              <a:t>Second level</a:t>
            </a:r>
          </a:p>
        </p:txBody>
      </p:sp>
      <p:sp>
        <p:nvSpPr>
          <p:cNvPr id="4" name="TextBox 3"/>
          <p:cNvSpPr txBox="1"/>
          <p:nvPr/>
        </p:nvSpPr>
        <p:spPr>
          <a:xfrm>
            <a:off x="826061" y="6332195"/>
            <a:ext cx="65" cy="164212"/>
          </a:xfrm>
          <a:prstGeom prst="rect">
            <a:avLst/>
          </a:prstGeom>
          <a:noFill/>
        </p:spPr>
        <p:txBody>
          <a:bodyPr wrap="none" lIns="0" tIns="0" rIns="0" bIns="0" rtlCol="0">
            <a:spAutoFit/>
          </a:bodyPr>
          <a:lstStyle/>
          <a:p>
            <a:endParaRPr kumimoji="0" lang="en-GB" sz="1067" b="0" i="0" u="none" strike="noStrike" kern="1200" cap="none" spc="0" normalizeH="0" baseline="0" dirty="0">
              <a:ln>
                <a:noFill/>
              </a:ln>
              <a:solidFill>
                <a:schemeClr val="bg2"/>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2800057417"/>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re de section">
    <p:spTree>
      <p:nvGrpSpPr>
        <p:cNvPr id="1" name=""/>
        <p:cNvGrpSpPr/>
        <p:nvPr/>
      </p:nvGrpSpPr>
      <p:grpSpPr>
        <a:xfrm>
          <a:off x="0" y="0"/>
          <a:ext cx="0" cy="0"/>
          <a:chOff x="0" y="0"/>
          <a:chExt cx="0" cy="0"/>
        </a:xfrm>
      </p:grpSpPr>
      <p:sp>
        <p:nvSpPr>
          <p:cNvPr id="8" name="Text Placeholder 7"/>
          <p:cNvSpPr>
            <a:spLocks noGrp="1"/>
          </p:cNvSpPr>
          <p:nvPr>
            <p:ph type="body" sz="quarter" idx="12" hasCustomPrompt="1"/>
          </p:nvPr>
        </p:nvSpPr>
        <p:spPr>
          <a:xfrm>
            <a:off x="418359" y="357718"/>
            <a:ext cx="8129119" cy="5710767"/>
          </a:xfrm>
        </p:spPr>
        <p:txBody>
          <a:bodyPr>
            <a:normAutofit/>
          </a:bodyPr>
          <a:lstStyle>
            <a:lvl1pPr>
              <a:lnSpc>
                <a:spcPct val="85000"/>
              </a:lnSpc>
              <a:spcBef>
                <a:spcPts val="0"/>
              </a:spcBef>
              <a:buNone/>
              <a:defRPr sz="7333" baseline="0"/>
            </a:lvl1pPr>
            <a:lvl2pPr>
              <a:lnSpc>
                <a:spcPct val="85000"/>
              </a:lnSpc>
              <a:spcBef>
                <a:spcPts val="0"/>
              </a:spcBef>
              <a:defRPr sz="7333"/>
            </a:lvl2pPr>
            <a:lvl3pPr>
              <a:defRPr sz="7333"/>
            </a:lvl3pPr>
            <a:lvl4pPr>
              <a:defRPr sz="7333"/>
            </a:lvl4pPr>
            <a:lvl5pPr>
              <a:defRPr sz="7333"/>
            </a:lvl5pPr>
          </a:lstStyle>
          <a:p>
            <a:pPr lvl="0"/>
            <a:r>
              <a:rPr lang="en-US" dirty="0"/>
              <a:t>Click to edit section number</a:t>
            </a:r>
          </a:p>
          <a:p>
            <a:pPr lvl="1"/>
            <a:r>
              <a:rPr lang="en-US" dirty="0"/>
              <a:t>Second level</a:t>
            </a:r>
          </a:p>
        </p:txBody>
      </p:sp>
      <p:sp>
        <p:nvSpPr>
          <p:cNvPr id="4" name="TextBox 3"/>
          <p:cNvSpPr txBox="1"/>
          <p:nvPr/>
        </p:nvSpPr>
        <p:spPr>
          <a:xfrm>
            <a:off x="826061" y="6332195"/>
            <a:ext cx="65" cy="164212"/>
          </a:xfrm>
          <a:prstGeom prst="rect">
            <a:avLst/>
          </a:prstGeom>
          <a:noFill/>
        </p:spPr>
        <p:txBody>
          <a:bodyPr wrap="none" lIns="0" tIns="0" rIns="0" bIns="0" rtlCol="0">
            <a:spAutoFit/>
          </a:bodyPr>
          <a:lstStyle/>
          <a:p>
            <a:endParaRPr kumimoji="0" lang="en-GB" sz="1067" b="0" i="0" u="none" strike="noStrike" kern="1200" cap="none" spc="0" normalizeH="0" baseline="0" dirty="0">
              <a:ln>
                <a:noFill/>
              </a:ln>
              <a:solidFill>
                <a:schemeClr val="bg2"/>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3305572593"/>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eux contenu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417601" y="1574800"/>
            <a:ext cx="5290740" cy="4493683"/>
          </a:xfrm>
        </p:spPr>
        <p:txBody>
          <a:bodyPr>
            <a:normAutofit/>
          </a:bodyPr>
          <a:lstStyle>
            <a:lvl1pPr>
              <a:defRPr sz="1867" baseline="0"/>
            </a:lvl1pPr>
            <a:lvl2pPr>
              <a:defRPr sz="1867" baseline="0">
                <a:solidFill>
                  <a:schemeClr val="tx1"/>
                </a:solidFill>
              </a:defRPr>
            </a:lvl2pPr>
            <a:lvl3pPr>
              <a:defRPr sz="1867" baseline="0">
                <a:solidFill>
                  <a:schemeClr val="tx1"/>
                </a:solidFill>
              </a:defRPr>
            </a:lvl3pPr>
            <a:lvl4pPr>
              <a:defRPr sz="1867" baseline="0">
                <a:solidFill>
                  <a:schemeClr val="tx1"/>
                </a:solidFill>
              </a:defRPr>
            </a:lvl4pPr>
            <a:lvl5pPr>
              <a:defRPr sz="1867" baseline="0">
                <a:solidFill>
                  <a:schemeClr val="tx1"/>
                </a:solidFill>
              </a:defRPr>
            </a:lvl5pPr>
            <a:lvl6pPr>
              <a:defRPr sz="1867"/>
            </a:lvl6pPr>
            <a:lvl7pPr>
              <a:defRPr sz="2400"/>
            </a:lvl7pPr>
            <a:lvl8pPr>
              <a:defRPr sz="2400"/>
            </a:lvl8pPr>
            <a:lvl9pPr>
              <a:defRPr sz="2400"/>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endParaRPr lang="en-GB" dirty="0"/>
          </a:p>
        </p:txBody>
      </p:sp>
      <p:sp>
        <p:nvSpPr>
          <p:cNvPr id="4" name="Content Placeholder 3"/>
          <p:cNvSpPr>
            <a:spLocks noGrp="1"/>
          </p:cNvSpPr>
          <p:nvPr>
            <p:ph sz="half" idx="2" hasCustomPrompt="1"/>
          </p:nvPr>
        </p:nvSpPr>
        <p:spPr>
          <a:xfrm>
            <a:off x="6486393" y="1574800"/>
            <a:ext cx="5286507" cy="4493683"/>
          </a:xfrm>
        </p:spPr>
        <p:txBody>
          <a:bodyPr>
            <a:normAutofit/>
          </a:bodyPr>
          <a:lstStyle>
            <a:lvl1pPr>
              <a:defRPr sz="1867"/>
            </a:lvl1pPr>
            <a:lvl2pPr>
              <a:defRPr sz="1867">
                <a:solidFill>
                  <a:schemeClr val="tx1"/>
                </a:solidFill>
              </a:defRPr>
            </a:lvl2pPr>
            <a:lvl3pPr>
              <a:defRPr sz="1867">
                <a:solidFill>
                  <a:schemeClr val="tx1"/>
                </a:solidFill>
              </a:defRPr>
            </a:lvl3pPr>
            <a:lvl4pPr>
              <a:defRPr sz="1867">
                <a:solidFill>
                  <a:schemeClr val="tx1"/>
                </a:solidFill>
              </a:defRPr>
            </a:lvl4pPr>
            <a:lvl5pPr>
              <a:defRPr sz="1867">
                <a:solidFill>
                  <a:schemeClr val="tx1"/>
                </a:solidFill>
              </a:defRPr>
            </a:lvl5pPr>
            <a:lvl6pPr>
              <a:defRPr sz="1867"/>
            </a:lvl6pPr>
            <a:lvl7pPr>
              <a:defRPr sz="2400"/>
            </a:lvl7pPr>
            <a:lvl8pPr>
              <a:defRPr sz="2400"/>
            </a:lvl8pPr>
            <a:lvl9pPr>
              <a:defRPr sz="2400"/>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endParaRPr lang="en-GB" dirty="0"/>
          </a:p>
        </p:txBody>
      </p:sp>
      <p:sp>
        <p:nvSpPr>
          <p:cNvPr id="7" name="Title 6"/>
          <p:cNvSpPr>
            <a:spLocks noGrp="1"/>
          </p:cNvSpPr>
          <p:nvPr>
            <p:ph type="title" hasCustomPrompt="1"/>
          </p:nvPr>
        </p:nvSpPr>
        <p:spPr>
          <a:xfrm>
            <a:off x="417599" y="357717"/>
            <a:ext cx="11355300" cy="988483"/>
          </a:xfrm>
        </p:spPr>
        <p:txBody>
          <a:bodyPr/>
          <a:lstStyle>
            <a:lvl1pPr>
              <a:defRPr/>
            </a:lvl1pPr>
          </a:lstStyle>
          <a:p>
            <a:r>
              <a:rPr lang="en-US" dirty="0"/>
              <a:t>Click to edit title</a:t>
            </a:r>
            <a:endParaRPr lang="en-GB" dirty="0"/>
          </a:p>
        </p:txBody>
      </p:sp>
      <p:sp>
        <p:nvSpPr>
          <p:cNvPr id="6" name="TextBox 5"/>
          <p:cNvSpPr txBox="1"/>
          <p:nvPr/>
        </p:nvSpPr>
        <p:spPr>
          <a:xfrm>
            <a:off x="826061" y="6332195"/>
            <a:ext cx="65" cy="164212"/>
          </a:xfrm>
          <a:prstGeom prst="rect">
            <a:avLst/>
          </a:prstGeom>
          <a:noFill/>
        </p:spPr>
        <p:txBody>
          <a:bodyPr wrap="none" lIns="0" tIns="0" rIns="0" bIns="0" rtlCol="0">
            <a:spAutoFit/>
          </a:bodyPr>
          <a:lstStyle/>
          <a:p>
            <a:endParaRPr kumimoji="0" lang="en-GB" sz="1067" b="0" i="0" u="none" strike="noStrike" kern="1200" cap="none" spc="0" normalizeH="0" baseline="0" dirty="0">
              <a:ln>
                <a:noFill/>
              </a:ln>
              <a:solidFill>
                <a:schemeClr val="bg2"/>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2960579496"/>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re seul">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lvl1pPr>
              <a:defRPr/>
            </a:lvl1pPr>
          </a:lstStyle>
          <a:p>
            <a:r>
              <a:rPr lang="en-US" dirty="0"/>
              <a:t>Click to edit title</a:t>
            </a:r>
            <a:endParaRPr lang="en-GB" dirty="0"/>
          </a:p>
        </p:txBody>
      </p:sp>
      <p:sp>
        <p:nvSpPr>
          <p:cNvPr id="5" name="TextBox 4"/>
          <p:cNvSpPr txBox="1"/>
          <p:nvPr/>
        </p:nvSpPr>
        <p:spPr>
          <a:xfrm>
            <a:off x="826061" y="6332195"/>
            <a:ext cx="65" cy="164212"/>
          </a:xfrm>
          <a:prstGeom prst="rect">
            <a:avLst/>
          </a:prstGeom>
          <a:noFill/>
        </p:spPr>
        <p:txBody>
          <a:bodyPr wrap="none" lIns="0" tIns="0" rIns="0" bIns="0" rtlCol="0">
            <a:spAutoFit/>
          </a:bodyPr>
          <a:lstStyle/>
          <a:p>
            <a:endParaRPr kumimoji="0" lang="en-GB" sz="1067" b="0" i="0" u="none" strike="noStrike" kern="1200" cap="none" spc="0" normalizeH="0" baseline="0" dirty="0">
              <a:ln>
                <a:noFill/>
              </a:ln>
              <a:solidFill>
                <a:schemeClr val="bg2"/>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3903385929"/>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Vide">
    <p:spTree>
      <p:nvGrpSpPr>
        <p:cNvPr id="1" name=""/>
        <p:cNvGrpSpPr/>
        <p:nvPr/>
      </p:nvGrpSpPr>
      <p:grpSpPr>
        <a:xfrm>
          <a:off x="0" y="0"/>
          <a:ext cx="0" cy="0"/>
          <a:chOff x="0" y="0"/>
          <a:chExt cx="0" cy="0"/>
        </a:xfrm>
      </p:grpSpPr>
      <p:sp>
        <p:nvSpPr>
          <p:cNvPr id="3" name="TextBox 2"/>
          <p:cNvSpPr txBox="1"/>
          <p:nvPr/>
        </p:nvSpPr>
        <p:spPr>
          <a:xfrm>
            <a:off x="826061" y="6332195"/>
            <a:ext cx="65" cy="164212"/>
          </a:xfrm>
          <a:prstGeom prst="rect">
            <a:avLst/>
          </a:prstGeom>
          <a:noFill/>
        </p:spPr>
        <p:txBody>
          <a:bodyPr wrap="none" lIns="0" tIns="0" rIns="0" bIns="0" rtlCol="0">
            <a:spAutoFit/>
          </a:bodyPr>
          <a:lstStyle/>
          <a:p>
            <a:endParaRPr kumimoji="0" lang="en-GB" sz="1067" b="0" i="0" u="none" strike="noStrike" kern="1200" cap="none" spc="0" normalizeH="0" baseline="0" dirty="0">
              <a:ln>
                <a:noFill/>
              </a:ln>
              <a:solidFill>
                <a:schemeClr val="bg2"/>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31103284"/>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Merci">
    <p:spTree>
      <p:nvGrpSpPr>
        <p:cNvPr id="1" name=""/>
        <p:cNvGrpSpPr/>
        <p:nvPr/>
      </p:nvGrpSpPr>
      <p:grpSpPr>
        <a:xfrm>
          <a:off x="0" y="0"/>
          <a:ext cx="0" cy="0"/>
          <a:chOff x="0" y="0"/>
          <a:chExt cx="0" cy="0"/>
        </a:xfrm>
      </p:grpSpPr>
      <p:sp>
        <p:nvSpPr>
          <p:cNvPr id="14" name="Title 1"/>
          <p:cNvSpPr>
            <a:spLocks noGrp="1"/>
          </p:cNvSpPr>
          <p:nvPr>
            <p:ph type="ctrTitle" hasCustomPrompt="1"/>
          </p:nvPr>
        </p:nvSpPr>
        <p:spPr>
          <a:xfrm>
            <a:off x="815413" y="1316765"/>
            <a:ext cx="10157387" cy="4030435"/>
          </a:xfrm>
        </p:spPr>
        <p:txBody>
          <a:bodyPr>
            <a:noAutofit/>
          </a:bodyPr>
          <a:lstStyle>
            <a:lvl1pPr algn="l">
              <a:lnSpc>
                <a:spcPct val="85000"/>
              </a:lnSpc>
              <a:defRPr sz="6667" baseline="0">
                <a:solidFill>
                  <a:schemeClr val="tx1"/>
                </a:solidFill>
              </a:defRPr>
            </a:lvl1pPr>
          </a:lstStyle>
          <a:p>
            <a:r>
              <a:rPr lang="en-US" dirty="0"/>
              <a:t>Click to edit title</a:t>
            </a:r>
            <a:endParaRPr lang="en-GB" dirty="0"/>
          </a:p>
        </p:txBody>
      </p:sp>
      <p:grpSp>
        <p:nvGrpSpPr>
          <p:cNvPr id="18" name="Group 2"/>
          <p:cNvGrpSpPr/>
          <p:nvPr/>
        </p:nvGrpSpPr>
        <p:grpSpPr>
          <a:xfrm>
            <a:off x="10969537" y="5645152"/>
            <a:ext cx="817033" cy="817033"/>
            <a:chOff x="313535" y="4233863"/>
            <a:chExt cx="612775" cy="612775"/>
          </a:xfrm>
        </p:grpSpPr>
        <p:sp>
          <p:nvSpPr>
            <p:cNvPr id="19" name="Rectangle 5"/>
            <p:cNvSpPr>
              <a:spLocks noChangeArrowheads="1"/>
            </p:cNvSpPr>
            <p:nvPr/>
          </p:nvSpPr>
          <p:spPr bwMode="auto">
            <a:xfrm>
              <a:off x="313535" y="4233863"/>
              <a:ext cx="612775" cy="612775"/>
            </a:xfrm>
            <a:prstGeom prst="rect">
              <a:avLst/>
            </a:prstGeom>
            <a:solidFill>
              <a:srgbClr val="FF79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20" name="Freeform 6"/>
            <p:cNvSpPr>
              <a:spLocks noEditPoints="1"/>
            </p:cNvSpPr>
            <p:nvPr/>
          </p:nvSpPr>
          <p:spPr bwMode="auto">
            <a:xfrm>
              <a:off x="500860" y="4708526"/>
              <a:ext cx="74613" cy="87313"/>
            </a:xfrm>
            <a:custGeom>
              <a:avLst/>
              <a:gdLst>
                <a:gd name="T0" fmla="*/ 66 w 93"/>
                <a:gd name="T1" fmla="*/ 99 h 109"/>
                <a:gd name="T2" fmla="*/ 31 w 93"/>
                <a:gd name="T3" fmla="*/ 109 h 109"/>
                <a:gd name="T4" fmla="*/ 0 w 93"/>
                <a:gd name="T5" fmla="*/ 79 h 109"/>
                <a:gd name="T6" fmla="*/ 66 w 93"/>
                <a:gd name="T7" fmla="*/ 37 h 109"/>
                <a:gd name="T8" fmla="*/ 66 w 93"/>
                <a:gd name="T9" fmla="*/ 32 h 109"/>
                <a:gd name="T10" fmla="*/ 49 w 93"/>
                <a:gd name="T11" fmla="*/ 19 h 109"/>
                <a:gd name="T12" fmla="*/ 24 w 93"/>
                <a:gd name="T13" fmla="*/ 32 h 109"/>
                <a:gd name="T14" fmla="*/ 5 w 93"/>
                <a:gd name="T15" fmla="*/ 21 h 109"/>
                <a:gd name="T16" fmla="*/ 50 w 93"/>
                <a:gd name="T17" fmla="*/ 0 h 109"/>
                <a:gd name="T18" fmla="*/ 93 w 93"/>
                <a:gd name="T19" fmla="*/ 32 h 109"/>
                <a:gd name="T20" fmla="*/ 93 w 93"/>
                <a:gd name="T21" fmla="*/ 108 h 109"/>
                <a:gd name="T22" fmla="*/ 68 w 93"/>
                <a:gd name="T23" fmla="*/ 108 h 109"/>
                <a:gd name="T24" fmla="*/ 66 w 93"/>
                <a:gd name="T25" fmla="*/ 99 h 109"/>
                <a:gd name="T26" fmla="*/ 27 w 93"/>
                <a:gd name="T27" fmla="*/ 77 h 109"/>
                <a:gd name="T28" fmla="*/ 39 w 93"/>
                <a:gd name="T29" fmla="*/ 90 h 109"/>
                <a:gd name="T30" fmla="*/ 65 w 93"/>
                <a:gd name="T31" fmla="*/ 79 h 109"/>
                <a:gd name="T32" fmla="*/ 65 w 93"/>
                <a:gd name="T33" fmla="*/ 54 h 109"/>
                <a:gd name="T34" fmla="*/ 27 w 93"/>
                <a:gd name="T35" fmla="*/ 77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 h="109">
                  <a:moveTo>
                    <a:pt x="66" y="99"/>
                  </a:moveTo>
                  <a:cubicBezTo>
                    <a:pt x="55" y="106"/>
                    <a:pt x="43" y="109"/>
                    <a:pt x="31" y="109"/>
                  </a:cubicBezTo>
                  <a:cubicBezTo>
                    <a:pt x="11" y="109"/>
                    <a:pt x="0" y="96"/>
                    <a:pt x="0" y="79"/>
                  </a:cubicBezTo>
                  <a:cubicBezTo>
                    <a:pt x="0" y="55"/>
                    <a:pt x="21" y="42"/>
                    <a:pt x="66" y="37"/>
                  </a:cubicBezTo>
                  <a:cubicBezTo>
                    <a:pt x="66" y="32"/>
                    <a:pt x="66" y="32"/>
                    <a:pt x="66" y="32"/>
                  </a:cubicBezTo>
                  <a:cubicBezTo>
                    <a:pt x="66" y="24"/>
                    <a:pt x="60" y="19"/>
                    <a:pt x="49" y="19"/>
                  </a:cubicBezTo>
                  <a:cubicBezTo>
                    <a:pt x="39" y="19"/>
                    <a:pt x="30" y="24"/>
                    <a:pt x="24" y="32"/>
                  </a:cubicBezTo>
                  <a:cubicBezTo>
                    <a:pt x="5" y="21"/>
                    <a:pt x="5" y="21"/>
                    <a:pt x="5" y="21"/>
                  </a:cubicBezTo>
                  <a:cubicBezTo>
                    <a:pt x="15" y="7"/>
                    <a:pt x="30" y="0"/>
                    <a:pt x="50" y="0"/>
                  </a:cubicBezTo>
                  <a:cubicBezTo>
                    <a:pt x="77" y="0"/>
                    <a:pt x="93" y="12"/>
                    <a:pt x="93" y="32"/>
                  </a:cubicBezTo>
                  <a:cubicBezTo>
                    <a:pt x="93" y="32"/>
                    <a:pt x="93" y="108"/>
                    <a:pt x="93" y="108"/>
                  </a:cubicBezTo>
                  <a:cubicBezTo>
                    <a:pt x="68" y="108"/>
                    <a:pt x="68" y="108"/>
                    <a:pt x="68" y="108"/>
                  </a:cubicBezTo>
                  <a:lnTo>
                    <a:pt x="66" y="99"/>
                  </a:lnTo>
                  <a:close/>
                  <a:moveTo>
                    <a:pt x="27" y="77"/>
                  </a:moveTo>
                  <a:cubicBezTo>
                    <a:pt x="27" y="84"/>
                    <a:pt x="31" y="90"/>
                    <a:pt x="39" y="90"/>
                  </a:cubicBezTo>
                  <a:cubicBezTo>
                    <a:pt x="48" y="90"/>
                    <a:pt x="57" y="87"/>
                    <a:pt x="65" y="79"/>
                  </a:cubicBezTo>
                  <a:cubicBezTo>
                    <a:pt x="65" y="54"/>
                    <a:pt x="65" y="54"/>
                    <a:pt x="65" y="54"/>
                  </a:cubicBezTo>
                  <a:cubicBezTo>
                    <a:pt x="39" y="57"/>
                    <a:pt x="27" y="64"/>
                    <a:pt x="27" y="7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21" name="Freeform 7"/>
            <p:cNvSpPr>
              <a:spLocks/>
            </p:cNvSpPr>
            <p:nvPr/>
          </p:nvSpPr>
          <p:spPr bwMode="auto">
            <a:xfrm>
              <a:off x="592935" y="4708526"/>
              <a:ext cx="76200" cy="87313"/>
            </a:xfrm>
            <a:custGeom>
              <a:avLst/>
              <a:gdLst>
                <a:gd name="T0" fmla="*/ 0 w 94"/>
                <a:gd name="T1" fmla="*/ 5 h 108"/>
                <a:gd name="T2" fmla="*/ 23 w 94"/>
                <a:gd name="T3" fmla="*/ 2 h 108"/>
                <a:gd name="T4" fmla="*/ 25 w 94"/>
                <a:gd name="T5" fmla="*/ 15 h 108"/>
                <a:gd name="T6" fmla="*/ 61 w 94"/>
                <a:gd name="T7" fmla="*/ 0 h 108"/>
                <a:gd name="T8" fmla="*/ 94 w 94"/>
                <a:gd name="T9" fmla="*/ 34 h 108"/>
                <a:gd name="T10" fmla="*/ 94 w 94"/>
                <a:gd name="T11" fmla="*/ 108 h 108"/>
                <a:gd name="T12" fmla="*/ 66 w 94"/>
                <a:gd name="T13" fmla="*/ 108 h 108"/>
                <a:gd name="T14" fmla="*/ 66 w 94"/>
                <a:gd name="T15" fmla="*/ 39 h 108"/>
                <a:gd name="T16" fmla="*/ 53 w 94"/>
                <a:gd name="T17" fmla="*/ 21 h 108"/>
                <a:gd name="T18" fmla="*/ 27 w 94"/>
                <a:gd name="T19" fmla="*/ 32 h 108"/>
                <a:gd name="T20" fmla="*/ 27 w 94"/>
                <a:gd name="T21" fmla="*/ 108 h 108"/>
                <a:gd name="T22" fmla="*/ 0 w 94"/>
                <a:gd name="T23" fmla="*/ 108 h 108"/>
                <a:gd name="T24" fmla="*/ 0 w 94"/>
                <a:gd name="T25" fmla="*/ 5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4" h="108">
                  <a:moveTo>
                    <a:pt x="0" y="5"/>
                  </a:moveTo>
                  <a:cubicBezTo>
                    <a:pt x="23" y="2"/>
                    <a:pt x="23" y="2"/>
                    <a:pt x="23" y="2"/>
                  </a:cubicBezTo>
                  <a:cubicBezTo>
                    <a:pt x="25" y="15"/>
                    <a:pt x="25" y="15"/>
                    <a:pt x="25" y="15"/>
                  </a:cubicBezTo>
                  <a:cubicBezTo>
                    <a:pt x="38" y="5"/>
                    <a:pt x="48" y="0"/>
                    <a:pt x="61" y="0"/>
                  </a:cubicBezTo>
                  <a:cubicBezTo>
                    <a:pt x="83" y="0"/>
                    <a:pt x="94" y="12"/>
                    <a:pt x="94" y="34"/>
                  </a:cubicBezTo>
                  <a:cubicBezTo>
                    <a:pt x="94" y="108"/>
                    <a:pt x="94" y="108"/>
                    <a:pt x="94" y="108"/>
                  </a:cubicBezTo>
                  <a:cubicBezTo>
                    <a:pt x="66" y="108"/>
                    <a:pt x="66" y="108"/>
                    <a:pt x="66" y="108"/>
                  </a:cubicBezTo>
                  <a:cubicBezTo>
                    <a:pt x="66" y="39"/>
                    <a:pt x="66" y="39"/>
                    <a:pt x="66" y="39"/>
                  </a:cubicBezTo>
                  <a:cubicBezTo>
                    <a:pt x="66" y="26"/>
                    <a:pt x="63" y="21"/>
                    <a:pt x="53" y="21"/>
                  </a:cubicBezTo>
                  <a:cubicBezTo>
                    <a:pt x="45" y="21"/>
                    <a:pt x="36" y="24"/>
                    <a:pt x="27" y="32"/>
                  </a:cubicBezTo>
                  <a:cubicBezTo>
                    <a:pt x="27" y="108"/>
                    <a:pt x="27" y="108"/>
                    <a:pt x="27" y="108"/>
                  </a:cubicBezTo>
                  <a:cubicBezTo>
                    <a:pt x="0" y="108"/>
                    <a:pt x="0" y="108"/>
                    <a:pt x="0" y="108"/>
                  </a:cubicBezTo>
                  <a:lnTo>
                    <a:pt x="0" y="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22" name="Freeform 8"/>
            <p:cNvSpPr>
              <a:spLocks noEditPoints="1"/>
            </p:cNvSpPr>
            <p:nvPr/>
          </p:nvSpPr>
          <p:spPr bwMode="auto">
            <a:xfrm>
              <a:off x="778673" y="4708526"/>
              <a:ext cx="79375" cy="88900"/>
            </a:xfrm>
            <a:custGeom>
              <a:avLst/>
              <a:gdLst>
                <a:gd name="T0" fmla="*/ 50 w 98"/>
                <a:gd name="T1" fmla="*/ 110 h 110"/>
                <a:gd name="T2" fmla="*/ 0 w 98"/>
                <a:gd name="T3" fmla="*/ 55 h 110"/>
                <a:gd name="T4" fmla="*/ 49 w 98"/>
                <a:gd name="T5" fmla="*/ 0 h 110"/>
                <a:gd name="T6" fmla="*/ 98 w 98"/>
                <a:gd name="T7" fmla="*/ 54 h 110"/>
                <a:gd name="T8" fmla="*/ 97 w 98"/>
                <a:gd name="T9" fmla="*/ 59 h 110"/>
                <a:gd name="T10" fmla="*/ 27 w 98"/>
                <a:gd name="T11" fmla="*/ 59 h 110"/>
                <a:gd name="T12" fmla="*/ 52 w 98"/>
                <a:gd name="T13" fmla="*/ 89 h 110"/>
                <a:gd name="T14" fmla="*/ 76 w 98"/>
                <a:gd name="T15" fmla="*/ 76 h 110"/>
                <a:gd name="T16" fmla="*/ 96 w 98"/>
                <a:gd name="T17" fmla="*/ 87 h 110"/>
                <a:gd name="T18" fmla="*/ 50 w 98"/>
                <a:gd name="T19" fmla="*/ 110 h 110"/>
                <a:gd name="T20" fmla="*/ 70 w 98"/>
                <a:gd name="T21" fmla="*/ 41 h 110"/>
                <a:gd name="T22" fmla="*/ 49 w 98"/>
                <a:gd name="T23" fmla="*/ 19 h 110"/>
                <a:gd name="T24" fmla="*/ 28 w 98"/>
                <a:gd name="T25" fmla="*/ 41 h 110"/>
                <a:gd name="T26" fmla="*/ 70 w 98"/>
                <a:gd name="T27" fmla="*/ 41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8" h="110">
                  <a:moveTo>
                    <a:pt x="50" y="110"/>
                  </a:moveTo>
                  <a:cubicBezTo>
                    <a:pt x="19" y="110"/>
                    <a:pt x="0" y="90"/>
                    <a:pt x="0" y="55"/>
                  </a:cubicBezTo>
                  <a:cubicBezTo>
                    <a:pt x="0" y="20"/>
                    <a:pt x="19" y="0"/>
                    <a:pt x="49" y="0"/>
                  </a:cubicBezTo>
                  <a:cubicBezTo>
                    <a:pt x="80" y="0"/>
                    <a:pt x="98" y="20"/>
                    <a:pt x="98" y="54"/>
                  </a:cubicBezTo>
                  <a:cubicBezTo>
                    <a:pt x="98" y="56"/>
                    <a:pt x="97" y="57"/>
                    <a:pt x="97" y="59"/>
                  </a:cubicBezTo>
                  <a:cubicBezTo>
                    <a:pt x="27" y="59"/>
                    <a:pt x="27" y="59"/>
                    <a:pt x="27" y="59"/>
                  </a:cubicBezTo>
                  <a:cubicBezTo>
                    <a:pt x="28" y="79"/>
                    <a:pt x="36" y="89"/>
                    <a:pt x="52" y="89"/>
                  </a:cubicBezTo>
                  <a:cubicBezTo>
                    <a:pt x="63" y="89"/>
                    <a:pt x="70" y="85"/>
                    <a:pt x="76" y="76"/>
                  </a:cubicBezTo>
                  <a:cubicBezTo>
                    <a:pt x="96" y="87"/>
                    <a:pt x="96" y="87"/>
                    <a:pt x="96" y="87"/>
                  </a:cubicBezTo>
                  <a:cubicBezTo>
                    <a:pt x="87" y="102"/>
                    <a:pt x="71" y="110"/>
                    <a:pt x="50" y="110"/>
                  </a:cubicBezTo>
                  <a:close/>
                  <a:moveTo>
                    <a:pt x="70" y="41"/>
                  </a:moveTo>
                  <a:cubicBezTo>
                    <a:pt x="70" y="27"/>
                    <a:pt x="62" y="19"/>
                    <a:pt x="49" y="19"/>
                  </a:cubicBezTo>
                  <a:cubicBezTo>
                    <a:pt x="37" y="19"/>
                    <a:pt x="29" y="27"/>
                    <a:pt x="28" y="41"/>
                  </a:cubicBezTo>
                  <a:lnTo>
                    <a:pt x="70" y="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23" name="Freeform 9"/>
            <p:cNvSpPr>
              <a:spLocks noEditPoints="1"/>
            </p:cNvSpPr>
            <p:nvPr/>
          </p:nvSpPr>
          <p:spPr bwMode="auto">
            <a:xfrm>
              <a:off x="346873" y="4708526"/>
              <a:ext cx="84138" cy="88900"/>
            </a:xfrm>
            <a:custGeom>
              <a:avLst/>
              <a:gdLst>
                <a:gd name="T0" fmla="*/ 52 w 104"/>
                <a:gd name="T1" fmla="*/ 111 h 111"/>
                <a:gd name="T2" fmla="*/ 0 w 104"/>
                <a:gd name="T3" fmla="*/ 55 h 111"/>
                <a:gd name="T4" fmla="*/ 52 w 104"/>
                <a:gd name="T5" fmla="*/ 0 h 111"/>
                <a:gd name="T6" fmla="*/ 104 w 104"/>
                <a:gd name="T7" fmla="*/ 55 h 111"/>
                <a:gd name="T8" fmla="*/ 52 w 104"/>
                <a:gd name="T9" fmla="*/ 111 h 111"/>
                <a:gd name="T10" fmla="*/ 52 w 104"/>
                <a:gd name="T11" fmla="*/ 23 h 111"/>
                <a:gd name="T12" fmla="*/ 28 w 104"/>
                <a:gd name="T13" fmla="*/ 55 h 111"/>
                <a:gd name="T14" fmla="*/ 52 w 104"/>
                <a:gd name="T15" fmla="*/ 87 h 111"/>
                <a:gd name="T16" fmla="*/ 77 w 104"/>
                <a:gd name="T17" fmla="*/ 55 h 111"/>
                <a:gd name="T18" fmla="*/ 52 w 104"/>
                <a:gd name="T19" fmla="*/ 2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4" h="111">
                  <a:moveTo>
                    <a:pt x="52" y="111"/>
                  </a:moveTo>
                  <a:cubicBezTo>
                    <a:pt x="25" y="111"/>
                    <a:pt x="0" y="93"/>
                    <a:pt x="0" y="55"/>
                  </a:cubicBezTo>
                  <a:cubicBezTo>
                    <a:pt x="0" y="17"/>
                    <a:pt x="25" y="0"/>
                    <a:pt x="52" y="0"/>
                  </a:cubicBezTo>
                  <a:cubicBezTo>
                    <a:pt x="79" y="0"/>
                    <a:pt x="104" y="17"/>
                    <a:pt x="104" y="55"/>
                  </a:cubicBezTo>
                  <a:cubicBezTo>
                    <a:pt x="104" y="93"/>
                    <a:pt x="79" y="111"/>
                    <a:pt x="52" y="111"/>
                  </a:cubicBezTo>
                  <a:close/>
                  <a:moveTo>
                    <a:pt x="52" y="23"/>
                  </a:moveTo>
                  <a:cubicBezTo>
                    <a:pt x="31" y="23"/>
                    <a:pt x="28" y="42"/>
                    <a:pt x="28" y="55"/>
                  </a:cubicBezTo>
                  <a:cubicBezTo>
                    <a:pt x="28" y="69"/>
                    <a:pt x="31" y="87"/>
                    <a:pt x="52" y="87"/>
                  </a:cubicBezTo>
                  <a:cubicBezTo>
                    <a:pt x="73" y="87"/>
                    <a:pt x="77" y="69"/>
                    <a:pt x="77" y="55"/>
                  </a:cubicBezTo>
                  <a:cubicBezTo>
                    <a:pt x="77" y="42"/>
                    <a:pt x="73" y="23"/>
                    <a:pt x="52" y="2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24" name="Freeform 10"/>
            <p:cNvSpPr>
              <a:spLocks/>
            </p:cNvSpPr>
            <p:nvPr/>
          </p:nvSpPr>
          <p:spPr bwMode="auto">
            <a:xfrm>
              <a:off x="446885" y="4708526"/>
              <a:ext cx="47625" cy="87313"/>
            </a:xfrm>
            <a:custGeom>
              <a:avLst/>
              <a:gdLst>
                <a:gd name="T0" fmla="*/ 0 w 59"/>
                <a:gd name="T1" fmla="*/ 3 h 108"/>
                <a:gd name="T2" fmla="*/ 26 w 59"/>
                <a:gd name="T3" fmla="*/ 3 h 108"/>
                <a:gd name="T4" fmla="*/ 26 w 59"/>
                <a:gd name="T5" fmla="*/ 15 h 108"/>
                <a:gd name="T6" fmla="*/ 55 w 59"/>
                <a:gd name="T7" fmla="*/ 0 h 108"/>
                <a:gd name="T8" fmla="*/ 59 w 59"/>
                <a:gd name="T9" fmla="*/ 1 h 108"/>
                <a:gd name="T10" fmla="*/ 59 w 59"/>
                <a:gd name="T11" fmla="*/ 27 h 108"/>
                <a:gd name="T12" fmla="*/ 58 w 59"/>
                <a:gd name="T13" fmla="*/ 27 h 108"/>
                <a:gd name="T14" fmla="*/ 28 w 59"/>
                <a:gd name="T15" fmla="*/ 38 h 108"/>
                <a:gd name="T16" fmla="*/ 28 w 59"/>
                <a:gd name="T17" fmla="*/ 108 h 108"/>
                <a:gd name="T18" fmla="*/ 0 w 59"/>
                <a:gd name="T19" fmla="*/ 108 h 108"/>
                <a:gd name="T20" fmla="*/ 0 w 59"/>
                <a:gd name="T21" fmla="*/ 3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108">
                  <a:moveTo>
                    <a:pt x="0" y="3"/>
                  </a:moveTo>
                  <a:cubicBezTo>
                    <a:pt x="26" y="3"/>
                    <a:pt x="26" y="3"/>
                    <a:pt x="26" y="3"/>
                  </a:cubicBezTo>
                  <a:cubicBezTo>
                    <a:pt x="26" y="15"/>
                    <a:pt x="26" y="15"/>
                    <a:pt x="26" y="15"/>
                  </a:cubicBezTo>
                  <a:cubicBezTo>
                    <a:pt x="31" y="8"/>
                    <a:pt x="44" y="0"/>
                    <a:pt x="55" y="0"/>
                  </a:cubicBezTo>
                  <a:cubicBezTo>
                    <a:pt x="57" y="0"/>
                    <a:pt x="58" y="0"/>
                    <a:pt x="59" y="1"/>
                  </a:cubicBezTo>
                  <a:cubicBezTo>
                    <a:pt x="59" y="27"/>
                    <a:pt x="59" y="27"/>
                    <a:pt x="59" y="27"/>
                  </a:cubicBezTo>
                  <a:cubicBezTo>
                    <a:pt x="59" y="27"/>
                    <a:pt x="58" y="27"/>
                    <a:pt x="58" y="27"/>
                  </a:cubicBezTo>
                  <a:cubicBezTo>
                    <a:pt x="46" y="27"/>
                    <a:pt x="32" y="28"/>
                    <a:pt x="28" y="38"/>
                  </a:cubicBezTo>
                  <a:cubicBezTo>
                    <a:pt x="28" y="108"/>
                    <a:pt x="28" y="108"/>
                    <a:pt x="28" y="108"/>
                  </a:cubicBezTo>
                  <a:cubicBezTo>
                    <a:pt x="0" y="108"/>
                    <a:pt x="0" y="108"/>
                    <a:pt x="0" y="108"/>
                  </a:cubicBezTo>
                  <a:lnTo>
                    <a:pt x="0" y="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25" name="Freeform 11"/>
            <p:cNvSpPr>
              <a:spLocks noEditPoints="1"/>
            </p:cNvSpPr>
            <p:nvPr/>
          </p:nvSpPr>
          <p:spPr bwMode="auto">
            <a:xfrm>
              <a:off x="685010" y="4708526"/>
              <a:ext cx="79375" cy="120650"/>
            </a:xfrm>
            <a:custGeom>
              <a:avLst/>
              <a:gdLst>
                <a:gd name="T0" fmla="*/ 49 w 98"/>
                <a:gd name="T1" fmla="*/ 85 h 149"/>
                <a:gd name="T2" fmla="*/ 72 w 98"/>
                <a:gd name="T3" fmla="*/ 50 h 149"/>
                <a:gd name="T4" fmla="*/ 49 w 98"/>
                <a:gd name="T5" fmla="*/ 20 h 149"/>
                <a:gd name="T6" fmla="*/ 28 w 98"/>
                <a:gd name="T7" fmla="*/ 51 h 149"/>
                <a:gd name="T8" fmla="*/ 49 w 98"/>
                <a:gd name="T9" fmla="*/ 85 h 149"/>
                <a:gd name="T10" fmla="*/ 98 w 98"/>
                <a:gd name="T11" fmla="*/ 2 h 149"/>
                <a:gd name="T12" fmla="*/ 98 w 98"/>
                <a:gd name="T13" fmla="*/ 102 h 149"/>
                <a:gd name="T14" fmla="*/ 47 w 98"/>
                <a:gd name="T15" fmla="*/ 149 h 149"/>
                <a:gd name="T16" fmla="*/ 3 w 98"/>
                <a:gd name="T17" fmla="*/ 123 h 149"/>
                <a:gd name="T18" fmla="*/ 30 w 98"/>
                <a:gd name="T19" fmla="*/ 118 h 149"/>
                <a:gd name="T20" fmla="*/ 50 w 98"/>
                <a:gd name="T21" fmla="*/ 128 h 149"/>
                <a:gd name="T22" fmla="*/ 72 w 98"/>
                <a:gd name="T23" fmla="*/ 105 h 149"/>
                <a:gd name="T24" fmla="*/ 72 w 98"/>
                <a:gd name="T25" fmla="*/ 93 h 149"/>
                <a:gd name="T26" fmla="*/ 71 w 98"/>
                <a:gd name="T27" fmla="*/ 92 h 149"/>
                <a:gd name="T28" fmla="*/ 44 w 98"/>
                <a:gd name="T29" fmla="*/ 108 h 149"/>
                <a:gd name="T30" fmla="*/ 0 w 98"/>
                <a:gd name="T31" fmla="*/ 55 h 149"/>
                <a:gd name="T32" fmla="*/ 42 w 98"/>
                <a:gd name="T33" fmla="*/ 0 h 149"/>
                <a:gd name="T34" fmla="*/ 73 w 98"/>
                <a:gd name="T35" fmla="*/ 15 h 149"/>
                <a:gd name="T36" fmla="*/ 73 w 98"/>
                <a:gd name="T37" fmla="*/ 15 h 149"/>
                <a:gd name="T38" fmla="*/ 75 w 98"/>
                <a:gd name="T39" fmla="*/ 2 h 149"/>
                <a:gd name="T40" fmla="*/ 98 w 98"/>
                <a:gd name="T41" fmla="*/ 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8" h="149">
                  <a:moveTo>
                    <a:pt x="49" y="85"/>
                  </a:moveTo>
                  <a:cubicBezTo>
                    <a:pt x="70" y="85"/>
                    <a:pt x="72" y="64"/>
                    <a:pt x="72" y="50"/>
                  </a:cubicBezTo>
                  <a:cubicBezTo>
                    <a:pt x="72" y="33"/>
                    <a:pt x="64" y="20"/>
                    <a:pt x="49" y="20"/>
                  </a:cubicBezTo>
                  <a:cubicBezTo>
                    <a:pt x="39" y="20"/>
                    <a:pt x="28" y="27"/>
                    <a:pt x="28" y="51"/>
                  </a:cubicBezTo>
                  <a:cubicBezTo>
                    <a:pt x="28" y="64"/>
                    <a:pt x="29" y="85"/>
                    <a:pt x="49" y="85"/>
                  </a:cubicBezTo>
                  <a:close/>
                  <a:moveTo>
                    <a:pt x="98" y="2"/>
                  </a:moveTo>
                  <a:cubicBezTo>
                    <a:pt x="98" y="102"/>
                    <a:pt x="98" y="102"/>
                    <a:pt x="98" y="102"/>
                  </a:cubicBezTo>
                  <a:cubicBezTo>
                    <a:pt x="98" y="119"/>
                    <a:pt x="97" y="148"/>
                    <a:pt x="47" y="149"/>
                  </a:cubicBezTo>
                  <a:cubicBezTo>
                    <a:pt x="26" y="149"/>
                    <a:pt x="7" y="141"/>
                    <a:pt x="3" y="123"/>
                  </a:cubicBezTo>
                  <a:cubicBezTo>
                    <a:pt x="30" y="118"/>
                    <a:pt x="30" y="118"/>
                    <a:pt x="30" y="118"/>
                  </a:cubicBezTo>
                  <a:cubicBezTo>
                    <a:pt x="32" y="123"/>
                    <a:pt x="35" y="128"/>
                    <a:pt x="50" y="128"/>
                  </a:cubicBezTo>
                  <a:cubicBezTo>
                    <a:pt x="65" y="128"/>
                    <a:pt x="72" y="122"/>
                    <a:pt x="72" y="105"/>
                  </a:cubicBezTo>
                  <a:cubicBezTo>
                    <a:pt x="72" y="93"/>
                    <a:pt x="72" y="93"/>
                    <a:pt x="72" y="93"/>
                  </a:cubicBezTo>
                  <a:cubicBezTo>
                    <a:pt x="71" y="92"/>
                    <a:pt x="71" y="92"/>
                    <a:pt x="71" y="92"/>
                  </a:cubicBezTo>
                  <a:cubicBezTo>
                    <a:pt x="67" y="100"/>
                    <a:pt x="60" y="108"/>
                    <a:pt x="44" y="108"/>
                  </a:cubicBezTo>
                  <a:cubicBezTo>
                    <a:pt x="19" y="108"/>
                    <a:pt x="0" y="91"/>
                    <a:pt x="0" y="55"/>
                  </a:cubicBezTo>
                  <a:cubicBezTo>
                    <a:pt x="0" y="20"/>
                    <a:pt x="20" y="0"/>
                    <a:pt x="42" y="0"/>
                  </a:cubicBezTo>
                  <a:cubicBezTo>
                    <a:pt x="63" y="0"/>
                    <a:pt x="71" y="10"/>
                    <a:pt x="73" y="15"/>
                  </a:cubicBezTo>
                  <a:cubicBezTo>
                    <a:pt x="73" y="15"/>
                    <a:pt x="73" y="15"/>
                    <a:pt x="73" y="15"/>
                  </a:cubicBezTo>
                  <a:cubicBezTo>
                    <a:pt x="75" y="2"/>
                    <a:pt x="75" y="2"/>
                    <a:pt x="75" y="2"/>
                  </a:cubicBezTo>
                  <a:lnTo>
                    <a:pt x="98" y="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26" name="Freeform 12"/>
            <p:cNvSpPr>
              <a:spLocks noEditPoints="1"/>
            </p:cNvSpPr>
            <p:nvPr/>
          </p:nvSpPr>
          <p:spPr bwMode="auto">
            <a:xfrm>
              <a:off x="843760" y="4678363"/>
              <a:ext cx="58738" cy="26988"/>
            </a:xfrm>
            <a:custGeom>
              <a:avLst/>
              <a:gdLst>
                <a:gd name="T0" fmla="*/ 14 w 37"/>
                <a:gd name="T1" fmla="*/ 2 h 17"/>
                <a:gd name="T2" fmla="*/ 9 w 37"/>
                <a:gd name="T3" fmla="*/ 2 h 17"/>
                <a:gd name="T4" fmla="*/ 9 w 37"/>
                <a:gd name="T5" fmla="*/ 17 h 17"/>
                <a:gd name="T6" fmla="*/ 6 w 37"/>
                <a:gd name="T7" fmla="*/ 17 h 17"/>
                <a:gd name="T8" fmla="*/ 6 w 37"/>
                <a:gd name="T9" fmla="*/ 2 h 17"/>
                <a:gd name="T10" fmla="*/ 0 w 37"/>
                <a:gd name="T11" fmla="*/ 2 h 17"/>
                <a:gd name="T12" fmla="*/ 0 w 37"/>
                <a:gd name="T13" fmla="*/ 0 h 17"/>
                <a:gd name="T14" fmla="*/ 14 w 37"/>
                <a:gd name="T15" fmla="*/ 0 h 17"/>
                <a:gd name="T16" fmla="*/ 14 w 37"/>
                <a:gd name="T17" fmla="*/ 2 h 17"/>
                <a:gd name="T18" fmla="*/ 37 w 37"/>
                <a:gd name="T19" fmla="*/ 17 h 17"/>
                <a:gd name="T20" fmla="*/ 34 w 37"/>
                <a:gd name="T21" fmla="*/ 17 h 17"/>
                <a:gd name="T22" fmla="*/ 34 w 37"/>
                <a:gd name="T23" fmla="*/ 2 h 17"/>
                <a:gd name="T24" fmla="*/ 34 w 37"/>
                <a:gd name="T25" fmla="*/ 2 h 17"/>
                <a:gd name="T26" fmla="*/ 29 w 37"/>
                <a:gd name="T27" fmla="*/ 17 h 17"/>
                <a:gd name="T28" fmla="*/ 27 w 37"/>
                <a:gd name="T29" fmla="*/ 17 h 17"/>
                <a:gd name="T30" fmla="*/ 21 w 37"/>
                <a:gd name="T31" fmla="*/ 2 h 17"/>
                <a:gd name="T32" fmla="*/ 20 w 37"/>
                <a:gd name="T33" fmla="*/ 2 h 17"/>
                <a:gd name="T34" fmla="*/ 20 w 37"/>
                <a:gd name="T35" fmla="*/ 17 h 17"/>
                <a:gd name="T36" fmla="*/ 18 w 37"/>
                <a:gd name="T37" fmla="*/ 17 h 17"/>
                <a:gd name="T38" fmla="*/ 18 w 37"/>
                <a:gd name="T39" fmla="*/ 0 h 17"/>
                <a:gd name="T40" fmla="*/ 22 w 37"/>
                <a:gd name="T41" fmla="*/ 0 h 17"/>
                <a:gd name="T42" fmla="*/ 28 w 37"/>
                <a:gd name="T43" fmla="*/ 13 h 17"/>
                <a:gd name="T44" fmla="*/ 33 w 37"/>
                <a:gd name="T45" fmla="*/ 0 h 17"/>
                <a:gd name="T46" fmla="*/ 37 w 37"/>
                <a:gd name="T47" fmla="*/ 0 h 17"/>
                <a:gd name="T48" fmla="*/ 37 w 37"/>
                <a:gd name="T49"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7" h="17">
                  <a:moveTo>
                    <a:pt x="14" y="2"/>
                  </a:moveTo>
                  <a:lnTo>
                    <a:pt x="9" y="2"/>
                  </a:lnTo>
                  <a:lnTo>
                    <a:pt x="9" y="17"/>
                  </a:lnTo>
                  <a:lnTo>
                    <a:pt x="6" y="17"/>
                  </a:lnTo>
                  <a:lnTo>
                    <a:pt x="6" y="2"/>
                  </a:lnTo>
                  <a:lnTo>
                    <a:pt x="0" y="2"/>
                  </a:lnTo>
                  <a:lnTo>
                    <a:pt x="0" y="0"/>
                  </a:lnTo>
                  <a:lnTo>
                    <a:pt x="14" y="0"/>
                  </a:lnTo>
                  <a:lnTo>
                    <a:pt x="14" y="2"/>
                  </a:lnTo>
                  <a:close/>
                  <a:moveTo>
                    <a:pt x="37" y="17"/>
                  </a:moveTo>
                  <a:lnTo>
                    <a:pt x="34" y="17"/>
                  </a:lnTo>
                  <a:lnTo>
                    <a:pt x="34" y="2"/>
                  </a:lnTo>
                  <a:lnTo>
                    <a:pt x="34" y="2"/>
                  </a:lnTo>
                  <a:lnTo>
                    <a:pt x="29" y="17"/>
                  </a:lnTo>
                  <a:lnTo>
                    <a:pt x="27" y="17"/>
                  </a:lnTo>
                  <a:lnTo>
                    <a:pt x="21" y="2"/>
                  </a:lnTo>
                  <a:lnTo>
                    <a:pt x="20" y="2"/>
                  </a:lnTo>
                  <a:lnTo>
                    <a:pt x="20" y="17"/>
                  </a:lnTo>
                  <a:lnTo>
                    <a:pt x="18" y="17"/>
                  </a:lnTo>
                  <a:lnTo>
                    <a:pt x="18" y="0"/>
                  </a:lnTo>
                  <a:lnTo>
                    <a:pt x="22" y="0"/>
                  </a:lnTo>
                  <a:lnTo>
                    <a:pt x="28" y="13"/>
                  </a:lnTo>
                  <a:lnTo>
                    <a:pt x="33" y="0"/>
                  </a:lnTo>
                  <a:lnTo>
                    <a:pt x="37" y="0"/>
                  </a:lnTo>
                  <a:lnTo>
                    <a:pt x="37" y="1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grpSp>
    </p:spTree>
    <p:extLst>
      <p:ext uri="{BB962C8B-B14F-4D97-AF65-F5344CB8AC3E}">
        <p14:creationId xmlns:p14="http://schemas.microsoft.com/office/powerpoint/2010/main" val="1785191718"/>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obj">
  <p:cSld name="Title and Content">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451" b="1" i="0">
                <a:solidFill>
                  <a:srgbClr val="FF7900"/>
                </a:solidFill>
                <a:latin typeface="Arial"/>
                <a:cs typeface="Arial"/>
              </a:defRPr>
            </a:lvl1pPr>
          </a:lstStyle>
          <a:p>
            <a:r>
              <a:rPr lang="en-US"/>
              <a:t>Click to edit Master title style</a:t>
            </a:r>
            <a:endParaRPr/>
          </a:p>
        </p:txBody>
      </p:sp>
      <p:sp>
        <p:nvSpPr>
          <p:cNvPr id="3" name="Holder 3"/>
          <p:cNvSpPr>
            <a:spLocks noGrp="1"/>
          </p:cNvSpPr>
          <p:nvPr>
            <p:ph type="body" idx="1"/>
          </p:nvPr>
        </p:nvSpPr>
        <p:spPr/>
        <p:txBody>
          <a:bodyPr lIns="0" tIns="0" rIns="0" bIns="0"/>
          <a:lstStyle>
            <a:lvl1pPr>
              <a:defRPr sz="1351" b="0" i="0">
                <a:solidFill>
                  <a:schemeClr val="tx1"/>
                </a:solidFill>
                <a:latin typeface="Verdana"/>
                <a:cs typeface="Verdana"/>
              </a:defRPr>
            </a:lvl1pPr>
          </a:lstStyle>
          <a:p>
            <a:pPr lvl="0"/>
            <a:r>
              <a:rPr lang="en-US"/>
              <a:t>Click to edit Master text styles</a:t>
            </a: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9/4/24</a:t>
            </a:fld>
            <a:endParaRPr lang="en-US"/>
          </a:p>
        </p:txBody>
      </p:sp>
      <p:sp>
        <p:nvSpPr>
          <p:cNvPr id="6" name="Holder 6"/>
          <p:cNvSpPr>
            <a:spLocks noGrp="1"/>
          </p:cNvSpPr>
          <p:nvPr>
            <p:ph type="sldNum" sz="quarter" idx="7"/>
          </p:nvPr>
        </p:nvSpPr>
        <p:spPr/>
        <p:txBody>
          <a:bodyPr lIns="0" tIns="0" rIns="0" bIns="0"/>
          <a:lstStyle>
            <a:lvl1pPr>
              <a:defRPr sz="1500" b="1" i="0">
                <a:solidFill>
                  <a:schemeClr val="tx1"/>
                </a:solidFill>
                <a:latin typeface="Arial"/>
                <a:cs typeface="Arial"/>
              </a:defRPr>
            </a:lvl1pPr>
          </a:lstStyle>
          <a:p>
            <a:pPr marL="28574">
              <a:spcBef>
                <a:spcPts val="428"/>
              </a:spcBef>
            </a:pPr>
            <a:fld id="{81D60167-4931-47E6-BA6A-407CBD079E47}" type="slidenum">
              <a:rPr lang="fr-FR" spc="-4" smtClean="0">
                <a:solidFill>
                  <a:srgbClr val="FFFFFF"/>
                </a:solidFill>
              </a:rPr>
              <a:pPr marL="28574">
                <a:spcBef>
                  <a:spcPts val="428"/>
                </a:spcBef>
              </a:pPr>
              <a:t>‹#›</a:t>
            </a:fld>
            <a:endParaRPr lang="fr-FR" spc="-4">
              <a:solidFill>
                <a:srgbClr val="FFFFFF"/>
              </a:solidFill>
            </a:endParaRPr>
          </a:p>
        </p:txBody>
      </p:sp>
    </p:spTree>
    <p:extLst>
      <p:ext uri="{BB962C8B-B14F-4D97-AF65-F5344CB8AC3E}">
        <p14:creationId xmlns:p14="http://schemas.microsoft.com/office/powerpoint/2010/main" val="1722933679"/>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Tytuł i zawartość">
    <p:spTree>
      <p:nvGrpSpPr>
        <p:cNvPr id="1" name=""/>
        <p:cNvGrpSpPr/>
        <p:nvPr/>
      </p:nvGrpSpPr>
      <p:grpSpPr>
        <a:xfrm>
          <a:off x="0" y="0"/>
          <a:ext cx="0" cy="0"/>
          <a:chOff x="0" y="0"/>
          <a:chExt cx="0" cy="0"/>
        </a:xfrm>
      </p:grpSpPr>
      <p:sp>
        <p:nvSpPr>
          <p:cNvPr id="3" name="Content Placeholder 2"/>
          <p:cNvSpPr>
            <a:spLocks noGrp="1"/>
          </p:cNvSpPr>
          <p:nvPr>
            <p:ph idx="1"/>
          </p:nvPr>
        </p:nvSpPr>
        <p:spPr>
          <a:xfrm>
            <a:off x="417599" y="1577979"/>
            <a:ext cx="11355300" cy="4488388"/>
          </a:xfrm>
        </p:spPr>
        <p:txBody>
          <a:bodyPr/>
          <a:lstStyle>
            <a:lvl1pPr>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lvl6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pl-PL" noProof="0"/>
          </a:p>
        </p:txBody>
      </p:sp>
      <p:sp>
        <p:nvSpPr>
          <p:cNvPr id="4" name="Title 3"/>
          <p:cNvSpPr>
            <a:spLocks noGrp="1"/>
          </p:cNvSpPr>
          <p:nvPr>
            <p:ph type="title"/>
          </p:nvPr>
        </p:nvSpPr>
        <p:spPr/>
        <p:txBody>
          <a:bodyPr/>
          <a:lstStyle/>
          <a:p>
            <a:r>
              <a:rPr lang="en-US" noProof="0"/>
              <a:t>Click to edit Master title style</a:t>
            </a:r>
            <a:endParaRPr lang="en-GB"/>
          </a:p>
        </p:txBody>
      </p:sp>
    </p:spTree>
    <p:extLst>
      <p:ext uri="{BB962C8B-B14F-4D97-AF65-F5344CB8AC3E}">
        <p14:creationId xmlns:p14="http://schemas.microsoft.com/office/powerpoint/2010/main" val="946089259"/>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cSld name="1_Diapositive de titr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19103" y="357720"/>
            <a:ext cx="6437997" cy="3069165"/>
          </a:xfrm>
        </p:spPr>
        <p:txBody>
          <a:bodyPr>
            <a:noAutofit/>
          </a:bodyPr>
          <a:lstStyle>
            <a:lvl1pPr algn="l">
              <a:lnSpc>
                <a:spcPct val="85000"/>
              </a:lnSpc>
              <a:defRPr sz="7333" baseline="0">
                <a:solidFill>
                  <a:schemeClr val="tx1"/>
                </a:solidFill>
              </a:defRPr>
            </a:lvl1pPr>
          </a:lstStyle>
          <a:p>
            <a:r>
              <a:rPr lang="fr-FR" noProof="0" dirty="0"/>
              <a:t>Cliquez pour modifier le titre</a:t>
            </a:r>
          </a:p>
        </p:txBody>
      </p:sp>
      <p:sp>
        <p:nvSpPr>
          <p:cNvPr id="17" name="Text Placeholder 17"/>
          <p:cNvSpPr>
            <a:spLocks noGrp="1"/>
          </p:cNvSpPr>
          <p:nvPr>
            <p:ph type="body" sz="quarter" idx="16" hasCustomPrompt="1"/>
          </p:nvPr>
        </p:nvSpPr>
        <p:spPr>
          <a:xfrm>
            <a:off x="7734300" y="355603"/>
            <a:ext cx="4038600" cy="4538133"/>
          </a:xfrm>
        </p:spPr>
        <p:txBody>
          <a:bodyPr/>
          <a:lstStyle>
            <a:lvl1pPr>
              <a:defRPr/>
            </a:lvl1pPr>
          </a:lstStyle>
          <a:p>
            <a:pPr lvl="0"/>
            <a:r>
              <a:rPr lang="fr-FR" noProof="0" dirty="0"/>
              <a:t>Cliquez pour modifier le texte</a:t>
            </a:r>
          </a:p>
          <a:p>
            <a:pPr lvl="1"/>
            <a:r>
              <a:rPr lang="fr-FR" noProof="0" dirty="0"/>
              <a:t>Deuxième niveau</a:t>
            </a:r>
          </a:p>
        </p:txBody>
      </p:sp>
      <p:sp>
        <p:nvSpPr>
          <p:cNvPr id="42" name="Subtitle 2"/>
          <p:cNvSpPr>
            <a:spLocks noGrp="1"/>
          </p:cNvSpPr>
          <p:nvPr>
            <p:ph type="subTitle" idx="1" hasCustomPrompt="1"/>
          </p:nvPr>
        </p:nvSpPr>
        <p:spPr>
          <a:xfrm>
            <a:off x="414251" y="3605525"/>
            <a:ext cx="6441580" cy="1288208"/>
          </a:xfrm>
        </p:spPr>
        <p:txBody>
          <a:bodyPr/>
          <a:lstStyle>
            <a:lvl1pPr marL="0" indent="0" algn="l">
              <a:buNone/>
              <a:defRPr baseline="0">
                <a:solidFill>
                  <a:schemeClr val="tx1"/>
                </a:solidFill>
              </a:defRPr>
            </a:lvl1pPr>
            <a:lvl2pPr marL="241289" indent="-241289" algn="l">
              <a:buClr>
                <a:schemeClr val="bg2"/>
              </a:buClr>
              <a:buSzPct val="100000"/>
              <a:buFont typeface="Wingdings" panose="05000000000000000000" pitchFamily="2" charset="2"/>
              <a:buChar char="§"/>
              <a:defRPr>
                <a:solidFill>
                  <a:schemeClr val="tx1"/>
                </a:solidFill>
              </a:defRPr>
            </a:lvl2pPr>
            <a:lvl3pPr marL="542373" indent="-254388" algn="l">
              <a:spcBef>
                <a:spcPts val="448"/>
              </a:spcBef>
              <a:buClrTx/>
              <a:buFont typeface="Helvetica 55 Roman" panose="020B0604020202020204" pitchFamily="34" charset="0"/>
              <a:buChar char="–"/>
              <a:defRPr>
                <a:solidFill>
                  <a:schemeClr val="tx1"/>
                </a:solidFill>
                <a:latin typeface="Helvetica 55 Roman" panose="020B0604020202020204" pitchFamily="34" charset="0"/>
              </a:defRPr>
            </a:lvl3pPr>
            <a:lvl4pPr marL="791960" indent="-230389" algn="l">
              <a:spcBef>
                <a:spcPts val="32"/>
              </a:spcBef>
              <a:buFont typeface="Helvetica 55 Roman" panose="020B0604020202020204" pitchFamily="34" charset="0"/>
              <a:buChar char="–"/>
              <a:defRPr>
                <a:solidFill>
                  <a:schemeClr val="tx1"/>
                </a:solidFill>
              </a:defRPr>
            </a:lvl4pPr>
            <a:lvl5pPr marL="1065547" indent="-254388" algn="l">
              <a:buFont typeface="Helvetica 55 Roman" panose="020B0604020202020204" pitchFamily="34" charset="0"/>
              <a:buChar char="–"/>
              <a:defRPr>
                <a:solidFill>
                  <a:schemeClr val="tx1"/>
                </a:solidFill>
              </a:defRPr>
            </a:lvl5pPr>
            <a:lvl6pPr marL="3047848" indent="0" algn="ctr">
              <a:buNone/>
              <a:defRPr>
                <a:solidFill>
                  <a:schemeClr val="tx1">
                    <a:tint val="75000"/>
                  </a:schemeClr>
                </a:solidFill>
              </a:defRPr>
            </a:lvl6pPr>
            <a:lvl7pPr marL="3657418" indent="0" algn="ctr">
              <a:buNone/>
              <a:defRPr>
                <a:solidFill>
                  <a:schemeClr val="tx1">
                    <a:tint val="75000"/>
                  </a:schemeClr>
                </a:solidFill>
              </a:defRPr>
            </a:lvl7pPr>
            <a:lvl8pPr marL="4266987" indent="0" algn="ctr">
              <a:buNone/>
              <a:defRPr>
                <a:solidFill>
                  <a:schemeClr val="tx1">
                    <a:tint val="75000"/>
                  </a:schemeClr>
                </a:solidFill>
              </a:defRPr>
            </a:lvl8pPr>
            <a:lvl9pPr marL="4876557" indent="0" algn="ctr">
              <a:buNone/>
              <a:defRPr>
                <a:solidFill>
                  <a:schemeClr val="tx1">
                    <a:tint val="75000"/>
                  </a:schemeClr>
                </a:solidFill>
              </a:defRPr>
            </a:lvl9pPr>
          </a:lstStyle>
          <a:p>
            <a:r>
              <a:rPr lang="fr-FR" dirty="0"/>
              <a:t>Cliquez pour modifier le nom du présentateur</a:t>
            </a:r>
          </a:p>
        </p:txBody>
      </p:sp>
      <p:grpSp>
        <p:nvGrpSpPr>
          <p:cNvPr id="3" name="Group 2"/>
          <p:cNvGrpSpPr/>
          <p:nvPr/>
        </p:nvGrpSpPr>
        <p:grpSpPr>
          <a:xfrm>
            <a:off x="418049" y="5645153"/>
            <a:ext cx="817033" cy="817033"/>
            <a:chOff x="313535" y="4233863"/>
            <a:chExt cx="612775" cy="612775"/>
          </a:xfrm>
        </p:grpSpPr>
        <p:sp>
          <p:nvSpPr>
            <p:cNvPr id="43" name="Rectangle 5"/>
            <p:cNvSpPr>
              <a:spLocks noChangeArrowheads="1"/>
            </p:cNvSpPr>
            <p:nvPr/>
          </p:nvSpPr>
          <p:spPr bwMode="auto">
            <a:xfrm>
              <a:off x="313535" y="4233863"/>
              <a:ext cx="612775" cy="612775"/>
            </a:xfrm>
            <a:prstGeom prst="rect">
              <a:avLst/>
            </a:prstGeom>
            <a:solidFill>
              <a:srgbClr val="FF79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44" name="Freeform 6"/>
            <p:cNvSpPr>
              <a:spLocks noEditPoints="1"/>
            </p:cNvSpPr>
            <p:nvPr/>
          </p:nvSpPr>
          <p:spPr bwMode="auto">
            <a:xfrm>
              <a:off x="500860" y="4708526"/>
              <a:ext cx="74613" cy="87313"/>
            </a:xfrm>
            <a:custGeom>
              <a:avLst/>
              <a:gdLst>
                <a:gd name="T0" fmla="*/ 66 w 93"/>
                <a:gd name="T1" fmla="*/ 99 h 109"/>
                <a:gd name="T2" fmla="*/ 31 w 93"/>
                <a:gd name="T3" fmla="*/ 109 h 109"/>
                <a:gd name="T4" fmla="*/ 0 w 93"/>
                <a:gd name="T5" fmla="*/ 79 h 109"/>
                <a:gd name="T6" fmla="*/ 66 w 93"/>
                <a:gd name="T7" fmla="*/ 37 h 109"/>
                <a:gd name="T8" fmla="*/ 66 w 93"/>
                <a:gd name="T9" fmla="*/ 32 h 109"/>
                <a:gd name="T10" fmla="*/ 49 w 93"/>
                <a:gd name="T11" fmla="*/ 19 h 109"/>
                <a:gd name="T12" fmla="*/ 24 w 93"/>
                <a:gd name="T13" fmla="*/ 32 h 109"/>
                <a:gd name="T14" fmla="*/ 5 w 93"/>
                <a:gd name="T15" fmla="*/ 21 h 109"/>
                <a:gd name="T16" fmla="*/ 50 w 93"/>
                <a:gd name="T17" fmla="*/ 0 h 109"/>
                <a:gd name="T18" fmla="*/ 93 w 93"/>
                <a:gd name="T19" fmla="*/ 32 h 109"/>
                <a:gd name="T20" fmla="*/ 93 w 93"/>
                <a:gd name="T21" fmla="*/ 108 h 109"/>
                <a:gd name="T22" fmla="*/ 68 w 93"/>
                <a:gd name="T23" fmla="*/ 108 h 109"/>
                <a:gd name="T24" fmla="*/ 66 w 93"/>
                <a:gd name="T25" fmla="*/ 99 h 109"/>
                <a:gd name="T26" fmla="*/ 27 w 93"/>
                <a:gd name="T27" fmla="*/ 77 h 109"/>
                <a:gd name="T28" fmla="*/ 39 w 93"/>
                <a:gd name="T29" fmla="*/ 90 h 109"/>
                <a:gd name="T30" fmla="*/ 65 w 93"/>
                <a:gd name="T31" fmla="*/ 79 h 109"/>
                <a:gd name="T32" fmla="*/ 65 w 93"/>
                <a:gd name="T33" fmla="*/ 54 h 109"/>
                <a:gd name="T34" fmla="*/ 27 w 93"/>
                <a:gd name="T35" fmla="*/ 77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 h="109">
                  <a:moveTo>
                    <a:pt x="66" y="99"/>
                  </a:moveTo>
                  <a:cubicBezTo>
                    <a:pt x="55" y="106"/>
                    <a:pt x="43" y="109"/>
                    <a:pt x="31" y="109"/>
                  </a:cubicBezTo>
                  <a:cubicBezTo>
                    <a:pt x="11" y="109"/>
                    <a:pt x="0" y="96"/>
                    <a:pt x="0" y="79"/>
                  </a:cubicBezTo>
                  <a:cubicBezTo>
                    <a:pt x="0" y="55"/>
                    <a:pt x="21" y="42"/>
                    <a:pt x="66" y="37"/>
                  </a:cubicBezTo>
                  <a:cubicBezTo>
                    <a:pt x="66" y="32"/>
                    <a:pt x="66" y="32"/>
                    <a:pt x="66" y="32"/>
                  </a:cubicBezTo>
                  <a:cubicBezTo>
                    <a:pt x="66" y="24"/>
                    <a:pt x="60" y="19"/>
                    <a:pt x="49" y="19"/>
                  </a:cubicBezTo>
                  <a:cubicBezTo>
                    <a:pt x="39" y="19"/>
                    <a:pt x="30" y="24"/>
                    <a:pt x="24" y="32"/>
                  </a:cubicBezTo>
                  <a:cubicBezTo>
                    <a:pt x="5" y="21"/>
                    <a:pt x="5" y="21"/>
                    <a:pt x="5" y="21"/>
                  </a:cubicBezTo>
                  <a:cubicBezTo>
                    <a:pt x="15" y="7"/>
                    <a:pt x="30" y="0"/>
                    <a:pt x="50" y="0"/>
                  </a:cubicBezTo>
                  <a:cubicBezTo>
                    <a:pt x="77" y="0"/>
                    <a:pt x="93" y="12"/>
                    <a:pt x="93" y="32"/>
                  </a:cubicBezTo>
                  <a:cubicBezTo>
                    <a:pt x="93" y="32"/>
                    <a:pt x="93" y="108"/>
                    <a:pt x="93" y="108"/>
                  </a:cubicBezTo>
                  <a:cubicBezTo>
                    <a:pt x="68" y="108"/>
                    <a:pt x="68" y="108"/>
                    <a:pt x="68" y="108"/>
                  </a:cubicBezTo>
                  <a:lnTo>
                    <a:pt x="66" y="99"/>
                  </a:lnTo>
                  <a:close/>
                  <a:moveTo>
                    <a:pt x="27" y="77"/>
                  </a:moveTo>
                  <a:cubicBezTo>
                    <a:pt x="27" y="84"/>
                    <a:pt x="31" y="90"/>
                    <a:pt x="39" y="90"/>
                  </a:cubicBezTo>
                  <a:cubicBezTo>
                    <a:pt x="48" y="90"/>
                    <a:pt x="57" y="87"/>
                    <a:pt x="65" y="79"/>
                  </a:cubicBezTo>
                  <a:cubicBezTo>
                    <a:pt x="65" y="54"/>
                    <a:pt x="65" y="54"/>
                    <a:pt x="65" y="54"/>
                  </a:cubicBezTo>
                  <a:cubicBezTo>
                    <a:pt x="39" y="57"/>
                    <a:pt x="27" y="64"/>
                    <a:pt x="27" y="7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45" name="Freeform 7"/>
            <p:cNvSpPr>
              <a:spLocks/>
            </p:cNvSpPr>
            <p:nvPr/>
          </p:nvSpPr>
          <p:spPr bwMode="auto">
            <a:xfrm>
              <a:off x="592935" y="4708526"/>
              <a:ext cx="76200" cy="87313"/>
            </a:xfrm>
            <a:custGeom>
              <a:avLst/>
              <a:gdLst>
                <a:gd name="T0" fmla="*/ 0 w 94"/>
                <a:gd name="T1" fmla="*/ 5 h 108"/>
                <a:gd name="T2" fmla="*/ 23 w 94"/>
                <a:gd name="T3" fmla="*/ 2 h 108"/>
                <a:gd name="T4" fmla="*/ 25 w 94"/>
                <a:gd name="T5" fmla="*/ 15 h 108"/>
                <a:gd name="T6" fmla="*/ 61 w 94"/>
                <a:gd name="T7" fmla="*/ 0 h 108"/>
                <a:gd name="T8" fmla="*/ 94 w 94"/>
                <a:gd name="T9" fmla="*/ 34 h 108"/>
                <a:gd name="T10" fmla="*/ 94 w 94"/>
                <a:gd name="T11" fmla="*/ 108 h 108"/>
                <a:gd name="T12" fmla="*/ 66 w 94"/>
                <a:gd name="T13" fmla="*/ 108 h 108"/>
                <a:gd name="T14" fmla="*/ 66 w 94"/>
                <a:gd name="T15" fmla="*/ 39 h 108"/>
                <a:gd name="T16" fmla="*/ 53 w 94"/>
                <a:gd name="T17" fmla="*/ 21 h 108"/>
                <a:gd name="T18" fmla="*/ 27 w 94"/>
                <a:gd name="T19" fmla="*/ 32 h 108"/>
                <a:gd name="T20" fmla="*/ 27 w 94"/>
                <a:gd name="T21" fmla="*/ 108 h 108"/>
                <a:gd name="T22" fmla="*/ 0 w 94"/>
                <a:gd name="T23" fmla="*/ 108 h 108"/>
                <a:gd name="T24" fmla="*/ 0 w 94"/>
                <a:gd name="T25" fmla="*/ 5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4" h="108">
                  <a:moveTo>
                    <a:pt x="0" y="5"/>
                  </a:moveTo>
                  <a:cubicBezTo>
                    <a:pt x="23" y="2"/>
                    <a:pt x="23" y="2"/>
                    <a:pt x="23" y="2"/>
                  </a:cubicBezTo>
                  <a:cubicBezTo>
                    <a:pt x="25" y="15"/>
                    <a:pt x="25" y="15"/>
                    <a:pt x="25" y="15"/>
                  </a:cubicBezTo>
                  <a:cubicBezTo>
                    <a:pt x="38" y="5"/>
                    <a:pt x="48" y="0"/>
                    <a:pt x="61" y="0"/>
                  </a:cubicBezTo>
                  <a:cubicBezTo>
                    <a:pt x="83" y="0"/>
                    <a:pt x="94" y="12"/>
                    <a:pt x="94" y="34"/>
                  </a:cubicBezTo>
                  <a:cubicBezTo>
                    <a:pt x="94" y="108"/>
                    <a:pt x="94" y="108"/>
                    <a:pt x="94" y="108"/>
                  </a:cubicBezTo>
                  <a:cubicBezTo>
                    <a:pt x="66" y="108"/>
                    <a:pt x="66" y="108"/>
                    <a:pt x="66" y="108"/>
                  </a:cubicBezTo>
                  <a:cubicBezTo>
                    <a:pt x="66" y="39"/>
                    <a:pt x="66" y="39"/>
                    <a:pt x="66" y="39"/>
                  </a:cubicBezTo>
                  <a:cubicBezTo>
                    <a:pt x="66" y="26"/>
                    <a:pt x="63" y="21"/>
                    <a:pt x="53" y="21"/>
                  </a:cubicBezTo>
                  <a:cubicBezTo>
                    <a:pt x="45" y="21"/>
                    <a:pt x="36" y="24"/>
                    <a:pt x="27" y="32"/>
                  </a:cubicBezTo>
                  <a:cubicBezTo>
                    <a:pt x="27" y="108"/>
                    <a:pt x="27" y="108"/>
                    <a:pt x="27" y="108"/>
                  </a:cubicBezTo>
                  <a:cubicBezTo>
                    <a:pt x="0" y="108"/>
                    <a:pt x="0" y="108"/>
                    <a:pt x="0" y="108"/>
                  </a:cubicBezTo>
                  <a:lnTo>
                    <a:pt x="0" y="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46" name="Freeform 8"/>
            <p:cNvSpPr>
              <a:spLocks noEditPoints="1"/>
            </p:cNvSpPr>
            <p:nvPr/>
          </p:nvSpPr>
          <p:spPr bwMode="auto">
            <a:xfrm>
              <a:off x="778673" y="4708526"/>
              <a:ext cx="79375" cy="88900"/>
            </a:xfrm>
            <a:custGeom>
              <a:avLst/>
              <a:gdLst>
                <a:gd name="T0" fmla="*/ 50 w 98"/>
                <a:gd name="T1" fmla="*/ 110 h 110"/>
                <a:gd name="T2" fmla="*/ 0 w 98"/>
                <a:gd name="T3" fmla="*/ 55 h 110"/>
                <a:gd name="T4" fmla="*/ 49 w 98"/>
                <a:gd name="T5" fmla="*/ 0 h 110"/>
                <a:gd name="T6" fmla="*/ 98 w 98"/>
                <a:gd name="T7" fmla="*/ 54 h 110"/>
                <a:gd name="T8" fmla="*/ 97 w 98"/>
                <a:gd name="T9" fmla="*/ 59 h 110"/>
                <a:gd name="T10" fmla="*/ 27 w 98"/>
                <a:gd name="T11" fmla="*/ 59 h 110"/>
                <a:gd name="T12" fmla="*/ 52 w 98"/>
                <a:gd name="T13" fmla="*/ 89 h 110"/>
                <a:gd name="T14" fmla="*/ 76 w 98"/>
                <a:gd name="T15" fmla="*/ 76 h 110"/>
                <a:gd name="T16" fmla="*/ 96 w 98"/>
                <a:gd name="T17" fmla="*/ 87 h 110"/>
                <a:gd name="T18" fmla="*/ 50 w 98"/>
                <a:gd name="T19" fmla="*/ 110 h 110"/>
                <a:gd name="T20" fmla="*/ 70 w 98"/>
                <a:gd name="T21" fmla="*/ 41 h 110"/>
                <a:gd name="T22" fmla="*/ 49 w 98"/>
                <a:gd name="T23" fmla="*/ 19 h 110"/>
                <a:gd name="T24" fmla="*/ 28 w 98"/>
                <a:gd name="T25" fmla="*/ 41 h 110"/>
                <a:gd name="T26" fmla="*/ 70 w 98"/>
                <a:gd name="T27" fmla="*/ 41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8" h="110">
                  <a:moveTo>
                    <a:pt x="50" y="110"/>
                  </a:moveTo>
                  <a:cubicBezTo>
                    <a:pt x="19" y="110"/>
                    <a:pt x="0" y="90"/>
                    <a:pt x="0" y="55"/>
                  </a:cubicBezTo>
                  <a:cubicBezTo>
                    <a:pt x="0" y="20"/>
                    <a:pt x="19" y="0"/>
                    <a:pt x="49" y="0"/>
                  </a:cubicBezTo>
                  <a:cubicBezTo>
                    <a:pt x="80" y="0"/>
                    <a:pt x="98" y="20"/>
                    <a:pt x="98" y="54"/>
                  </a:cubicBezTo>
                  <a:cubicBezTo>
                    <a:pt x="98" y="56"/>
                    <a:pt x="97" y="57"/>
                    <a:pt x="97" y="59"/>
                  </a:cubicBezTo>
                  <a:cubicBezTo>
                    <a:pt x="27" y="59"/>
                    <a:pt x="27" y="59"/>
                    <a:pt x="27" y="59"/>
                  </a:cubicBezTo>
                  <a:cubicBezTo>
                    <a:pt x="28" y="79"/>
                    <a:pt x="36" y="89"/>
                    <a:pt x="52" y="89"/>
                  </a:cubicBezTo>
                  <a:cubicBezTo>
                    <a:pt x="63" y="89"/>
                    <a:pt x="70" y="85"/>
                    <a:pt x="76" y="76"/>
                  </a:cubicBezTo>
                  <a:cubicBezTo>
                    <a:pt x="96" y="87"/>
                    <a:pt x="96" y="87"/>
                    <a:pt x="96" y="87"/>
                  </a:cubicBezTo>
                  <a:cubicBezTo>
                    <a:pt x="87" y="102"/>
                    <a:pt x="71" y="110"/>
                    <a:pt x="50" y="110"/>
                  </a:cubicBezTo>
                  <a:close/>
                  <a:moveTo>
                    <a:pt x="70" y="41"/>
                  </a:moveTo>
                  <a:cubicBezTo>
                    <a:pt x="70" y="27"/>
                    <a:pt x="62" y="19"/>
                    <a:pt x="49" y="19"/>
                  </a:cubicBezTo>
                  <a:cubicBezTo>
                    <a:pt x="37" y="19"/>
                    <a:pt x="29" y="27"/>
                    <a:pt x="28" y="41"/>
                  </a:cubicBezTo>
                  <a:lnTo>
                    <a:pt x="70" y="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47" name="Freeform 9"/>
            <p:cNvSpPr>
              <a:spLocks noEditPoints="1"/>
            </p:cNvSpPr>
            <p:nvPr/>
          </p:nvSpPr>
          <p:spPr bwMode="auto">
            <a:xfrm>
              <a:off x="346873" y="4708526"/>
              <a:ext cx="84138" cy="88900"/>
            </a:xfrm>
            <a:custGeom>
              <a:avLst/>
              <a:gdLst>
                <a:gd name="T0" fmla="*/ 52 w 104"/>
                <a:gd name="T1" fmla="*/ 111 h 111"/>
                <a:gd name="T2" fmla="*/ 0 w 104"/>
                <a:gd name="T3" fmla="*/ 55 h 111"/>
                <a:gd name="T4" fmla="*/ 52 w 104"/>
                <a:gd name="T5" fmla="*/ 0 h 111"/>
                <a:gd name="T6" fmla="*/ 104 w 104"/>
                <a:gd name="T7" fmla="*/ 55 h 111"/>
                <a:gd name="T8" fmla="*/ 52 w 104"/>
                <a:gd name="T9" fmla="*/ 111 h 111"/>
                <a:gd name="T10" fmla="*/ 52 w 104"/>
                <a:gd name="T11" fmla="*/ 23 h 111"/>
                <a:gd name="T12" fmla="*/ 28 w 104"/>
                <a:gd name="T13" fmla="*/ 55 h 111"/>
                <a:gd name="T14" fmla="*/ 52 w 104"/>
                <a:gd name="T15" fmla="*/ 87 h 111"/>
                <a:gd name="T16" fmla="*/ 77 w 104"/>
                <a:gd name="T17" fmla="*/ 55 h 111"/>
                <a:gd name="T18" fmla="*/ 52 w 104"/>
                <a:gd name="T19" fmla="*/ 2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4" h="111">
                  <a:moveTo>
                    <a:pt x="52" y="111"/>
                  </a:moveTo>
                  <a:cubicBezTo>
                    <a:pt x="25" y="111"/>
                    <a:pt x="0" y="93"/>
                    <a:pt x="0" y="55"/>
                  </a:cubicBezTo>
                  <a:cubicBezTo>
                    <a:pt x="0" y="17"/>
                    <a:pt x="25" y="0"/>
                    <a:pt x="52" y="0"/>
                  </a:cubicBezTo>
                  <a:cubicBezTo>
                    <a:pt x="79" y="0"/>
                    <a:pt x="104" y="17"/>
                    <a:pt x="104" y="55"/>
                  </a:cubicBezTo>
                  <a:cubicBezTo>
                    <a:pt x="104" y="93"/>
                    <a:pt x="79" y="111"/>
                    <a:pt x="52" y="111"/>
                  </a:cubicBezTo>
                  <a:close/>
                  <a:moveTo>
                    <a:pt x="52" y="23"/>
                  </a:moveTo>
                  <a:cubicBezTo>
                    <a:pt x="31" y="23"/>
                    <a:pt x="28" y="42"/>
                    <a:pt x="28" y="55"/>
                  </a:cubicBezTo>
                  <a:cubicBezTo>
                    <a:pt x="28" y="69"/>
                    <a:pt x="31" y="87"/>
                    <a:pt x="52" y="87"/>
                  </a:cubicBezTo>
                  <a:cubicBezTo>
                    <a:pt x="73" y="87"/>
                    <a:pt x="77" y="69"/>
                    <a:pt x="77" y="55"/>
                  </a:cubicBezTo>
                  <a:cubicBezTo>
                    <a:pt x="77" y="42"/>
                    <a:pt x="73" y="23"/>
                    <a:pt x="52" y="2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48" name="Freeform 10"/>
            <p:cNvSpPr>
              <a:spLocks/>
            </p:cNvSpPr>
            <p:nvPr/>
          </p:nvSpPr>
          <p:spPr bwMode="auto">
            <a:xfrm>
              <a:off x="446885" y="4708526"/>
              <a:ext cx="47625" cy="87313"/>
            </a:xfrm>
            <a:custGeom>
              <a:avLst/>
              <a:gdLst>
                <a:gd name="T0" fmla="*/ 0 w 59"/>
                <a:gd name="T1" fmla="*/ 3 h 108"/>
                <a:gd name="T2" fmla="*/ 26 w 59"/>
                <a:gd name="T3" fmla="*/ 3 h 108"/>
                <a:gd name="T4" fmla="*/ 26 w 59"/>
                <a:gd name="T5" fmla="*/ 15 h 108"/>
                <a:gd name="T6" fmla="*/ 55 w 59"/>
                <a:gd name="T7" fmla="*/ 0 h 108"/>
                <a:gd name="T8" fmla="*/ 59 w 59"/>
                <a:gd name="T9" fmla="*/ 1 h 108"/>
                <a:gd name="T10" fmla="*/ 59 w 59"/>
                <a:gd name="T11" fmla="*/ 27 h 108"/>
                <a:gd name="T12" fmla="*/ 58 w 59"/>
                <a:gd name="T13" fmla="*/ 27 h 108"/>
                <a:gd name="T14" fmla="*/ 28 w 59"/>
                <a:gd name="T15" fmla="*/ 38 h 108"/>
                <a:gd name="T16" fmla="*/ 28 w 59"/>
                <a:gd name="T17" fmla="*/ 108 h 108"/>
                <a:gd name="T18" fmla="*/ 0 w 59"/>
                <a:gd name="T19" fmla="*/ 108 h 108"/>
                <a:gd name="T20" fmla="*/ 0 w 59"/>
                <a:gd name="T21" fmla="*/ 3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108">
                  <a:moveTo>
                    <a:pt x="0" y="3"/>
                  </a:moveTo>
                  <a:cubicBezTo>
                    <a:pt x="26" y="3"/>
                    <a:pt x="26" y="3"/>
                    <a:pt x="26" y="3"/>
                  </a:cubicBezTo>
                  <a:cubicBezTo>
                    <a:pt x="26" y="15"/>
                    <a:pt x="26" y="15"/>
                    <a:pt x="26" y="15"/>
                  </a:cubicBezTo>
                  <a:cubicBezTo>
                    <a:pt x="31" y="8"/>
                    <a:pt x="44" y="0"/>
                    <a:pt x="55" y="0"/>
                  </a:cubicBezTo>
                  <a:cubicBezTo>
                    <a:pt x="57" y="0"/>
                    <a:pt x="58" y="0"/>
                    <a:pt x="59" y="1"/>
                  </a:cubicBezTo>
                  <a:cubicBezTo>
                    <a:pt x="59" y="27"/>
                    <a:pt x="59" y="27"/>
                    <a:pt x="59" y="27"/>
                  </a:cubicBezTo>
                  <a:cubicBezTo>
                    <a:pt x="59" y="27"/>
                    <a:pt x="58" y="27"/>
                    <a:pt x="58" y="27"/>
                  </a:cubicBezTo>
                  <a:cubicBezTo>
                    <a:pt x="46" y="27"/>
                    <a:pt x="32" y="28"/>
                    <a:pt x="28" y="38"/>
                  </a:cubicBezTo>
                  <a:cubicBezTo>
                    <a:pt x="28" y="108"/>
                    <a:pt x="28" y="108"/>
                    <a:pt x="28" y="108"/>
                  </a:cubicBezTo>
                  <a:cubicBezTo>
                    <a:pt x="0" y="108"/>
                    <a:pt x="0" y="108"/>
                    <a:pt x="0" y="108"/>
                  </a:cubicBezTo>
                  <a:lnTo>
                    <a:pt x="0" y="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49" name="Freeform 11"/>
            <p:cNvSpPr>
              <a:spLocks noEditPoints="1"/>
            </p:cNvSpPr>
            <p:nvPr/>
          </p:nvSpPr>
          <p:spPr bwMode="auto">
            <a:xfrm>
              <a:off x="685010" y="4708526"/>
              <a:ext cx="79375" cy="120650"/>
            </a:xfrm>
            <a:custGeom>
              <a:avLst/>
              <a:gdLst>
                <a:gd name="T0" fmla="*/ 49 w 98"/>
                <a:gd name="T1" fmla="*/ 85 h 149"/>
                <a:gd name="T2" fmla="*/ 72 w 98"/>
                <a:gd name="T3" fmla="*/ 50 h 149"/>
                <a:gd name="T4" fmla="*/ 49 w 98"/>
                <a:gd name="T5" fmla="*/ 20 h 149"/>
                <a:gd name="T6" fmla="*/ 28 w 98"/>
                <a:gd name="T7" fmla="*/ 51 h 149"/>
                <a:gd name="T8" fmla="*/ 49 w 98"/>
                <a:gd name="T9" fmla="*/ 85 h 149"/>
                <a:gd name="T10" fmla="*/ 98 w 98"/>
                <a:gd name="T11" fmla="*/ 2 h 149"/>
                <a:gd name="T12" fmla="*/ 98 w 98"/>
                <a:gd name="T13" fmla="*/ 102 h 149"/>
                <a:gd name="T14" fmla="*/ 47 w 98"/>
                <a:gd name="T15" fmla="*/ 149 h 149"/>
                <a:gd name="T16" fmla="*/ 3 w 98"/>
                <a:gd name="T17" fmla="*/ 123 h 149"/>
                <a:gd name="T18" fmla="*/ 30 w 98"/>
                <a:gd name="T19" fmla="*/ 118 h 149"/>
                <a:gd name="T20" fmla="*/ 50 w 98"/>
                <a:gd name="T21" fmla="*/ 128 h 149"/>
                <a:gd name="T22" fmla="*/ 72 w 98"/>
                <a:gd name="T23" fmla="*/ 105 h 149"/>
                <a:gd name="T24" fmla="*/ 72 w 98"/>
                <a:gd name="T25" fmla="*/ 93 h 149"/>
                <a:gd name="T26" fmla="*/ 71 w 98"/>
                <a:gd name="T27" fmla="*/ 92 h 149"/>
                <a:gd name="T28" fmla="*/ 44 w 98"/>
                <a:gd name="T29" fmla="*/ 108 h 149"/>
                <a:gd name="T30" fmla="*/ 0 w 98"/>
                <a:gd name="T31" fmla="*/ 55 h 149"/>
                <a:gd name="T32" fmla="*/ 42 w 98"/>
                <a:gd name="T33" fmla="*/ 0 h 149"/>
                <a:gd name="T34" fmla="*/ 73 w 98"/>
                <a:gd name="T35" fmla="*/ 15 h 149"/>
                <a:gd name="T36" fmla="*/ 73 w 98"/>
                <a:gd name="T37" fmla="*/ 15 h 149"/>
                <a:gd name="T38" fmla="*/ 75 w 98"/>
                <a:gd name="T39" fmla="*/ 2 h 149"/>
                <a:gd name="T40" fmla="*/ 98 w 98"/>
                <a:gd name="T41" fmla="*/ 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8" h="149">
                  <a:moveTo>
                    <a:pt x="49" y="85"/>
                  </a:moveTo>
                  <a:cubicBezTo>
                    <a:pt x="70" y="85"/>
                    <a:pt x="72" y="64"/>
                    <a:pt x="72" y="50"/>
                  </a:cubicBezTo>
                  <a:cubicBezTo>
                    <a:pt x="72" y="33"/>
                    <a:pt x="64" y="20"/>
                    <a:pt x="49" y="20"/>
                  </a:cubicBezTo>
                  <a:cubicBezTo>
                    <a:pt x="39" y="20"/>
                    <a:pt x="28" y="27"/>
                    <a:pt x="28" y="51"/>
                  </a:cubicBezTo>
                  <a:cubicBezTo>
                    <a:pt x="28" y="64"/>
                    <a:pt x="29" y="85"/>
                    <a:pt x="49" y="85"/>
                  </a:cubicBezTo>
                  <a:close/>
                  <a:moveTo>
                    <a:pt x="98" y="2"/>
                  </a:moveTo>
                  <a:cubicBezTo>
                    <a:pt x="98" y="102"/>
                    <a:pt x="98" y="102"/>
                    <a:pt x="98" y="102"/>
                  </a:cubicBezTo>
                  <a:cubicBezTo>
                    <a:pt x="98" y="119"/>
                    <a:pt x="97" y="148"/>
                    <a:pt x="47" y="149"/>
                  </a:cubicBezTo>
                  <a:cubicBezTo>
                    <a:pt x="26" y="149"/>
                    <a:pt x="7" y="141"/>
                    <a:pt x="3" y="123"/>
                  </a:cubicBezTo>
                  <a:cubicBezTo>
                    <a:pt x="30" y="118"/>
                    <a:pt x="30" y="118"/>
                    <a:pt x="30" y="118"/>
                  </a:cubicBezTo>
                  <a:cubicBezTo>
                    <a:pt x="32" y="123"/>
                    <a:pt x="35" y="128"/>
                    <a:pt x="50" y="128"/>
                  </a:cubicBezTo>
                  <a:cubicBezTo>
                    <a:pt x="65" y="128"/>
                    <a:pt x="72" y="122"/>
                    <a:pt x="72" y="105"/>
                  </a:cubicBezTo>
                  <a:cubicBezTo>
                    <a:pt x="72" y="93"/>
                    <a:pt x="72" y="93"/>
                    <a:pt x="72" y="93"/>
                  </a:cubicBezTo>
                  <a:cubicBezTo>
                    <a:pt x="71" y="92"/>
                    <a:pt x="71" y="92"/>
                    <a:pt x="71" y="92"/>
                  </a:cubicBezTo>
                  <a:cubicBezTo>
                    <a:pt x="67" y="100"/>
                    <a:pt x="60" y="108"/>
                    <a:pt x="44" y="108"/>
                  </a:cubicBezTo>
                  <a:cubicBezTo>
                    <a:pt x="19" y="108"/>
                    <a:pt x="0" y="91"/>
                    <a:pt x="0" y="55"/>
                  </a:cubicBezTo>
                  <a:cubicBezTo>
                    <a:pt x="0" y="20"/>
                    <a:pt x="20" y="0"/>
                    <a:pt x="42" y="0"/>
                  </a:cubicBezTo>
                  <a:cubicBezTo>
                    <a:pt x="63" y="0"/>
                    <a:pt x="71" y="10"/>
                    <a:pt x="73" y="15"/>
                  </a:cubicBezTo>
                  <a:cubicBezTo>
                    <a:pt x="73" y="15"/>
                    <a:pt x="73" y="15"/>
                    <a:pt x="73" y="15"/>
                  </a:cubicBezTo>
                  <a:cubicBezTo>
                    <a:pt x="75" y="2"/>
                    <a:pt x="75" y="2"/>
                    <a:pt x="75" y="2"/>
                  </a:cubicBezTo>
                  <a:lnTo>
                    <a:pt x="98" y="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50" name="Freeform 12"/>
            <p:cNvSpPr>
              <a:spLocks noEditPoints="1"/>
            </p:cNvSpPr>
            <p:nvPr/>
          </p:nvSpPr>
          <p:spPr bwMode="auto">
            <a:xfrm>
              <a:off x="843760" y="4678363"/>
              <a:ext cx="58738" cy="26988"/>
            </a:xfrm>
            <a:custGeom>
              <a:avLst/>
              <a:gdLst>
                <a:gd name="T0" fmla="*/ 14 w 37"/>
                <a:gd name="T1" fmla="*/ 2 h 17"/>
                <a:gd name="T2" fmla="*/ 9 w 37"/>
                <a:gd name="T3" fmla="*/ 2 h 17"/>
                <a:gd name="T4" fmla="*/ 9 w 37"/>
                <a:gd name="T5" fmla="*/ 17 h 17"/>
                <a:gd name="T6" fmla="*/ 6 w 37"/>
                <a:gd name="T7" fmla="*/ 17 h 17"/>
                <a:gd name="T8" fmla="*/ 6 w 37"/>
                <a:gd name="T9" fmla="*/ 2 h 17"/>
                <a:gd name="T10" fmla="*/ 0 w 37"/>
                <a:gd name="T11" fmla="*/ 2 h 17"/>
                <a:gd name="T12" fmla="*/ 0 w 37"/>
                <a:gd name="T13" fmla="*/ 0 h 17"/>
                <a:gd name="T14" fmla="*/ 14 w 37"/>
                <a:gd name="T15" fmla="*/ 0 h 17"/>
                <a:gd name="T16" fmla="*/ 14 w 37"/>
                <a:gd name="T17" fmla="*/ 2 h 17"/>
                <a:gd name="T18" fmla="*/ 37 w 37"/>
                <a:gd name="T19" fmla="*/ 17 h 17"/>
                <a:gd name="T20" fmla="*/ 34 w 37"/>
                <a:gd name="T21" fmla="*/ 17 h 17"/>
                <a:gd name="T22" fmla="*/ 34 w 37"/>
                <a:gd name="T23" fmla="*/ 2 h 17"/>
                <a:gd name="T24" fmla="*/ 34 w 37"/>
                <a:gd name="T25" fmla="*/ 2 h 17"/>
                <a:gd name="T26" fmla="*/ 29 w 37"/>
                <a:gd name="T27" fmla="*/ 17 h 17"/>
                <a:gd name="T28" fmla="*/ 27 w 37"/>
                <a:gd name="T29" fmla="*/ 17 h 17"/>
                <a:gd name="T30" fmla="*/ 21 w 37"/>
                <a:gd name="T31" fmla="*/ 2 h 17"/>
                <a:gd name="T32" fmla="*/ 20 w 37"/>
                <a:gd name="T33" fmla="*/ 2 h 17"/>
                <a:gd name="T34" fmla="*/ 20 w 37"/>
                <a:gd name="T35" fmla="*/ 17 h 17"/>
                <a:gd name="T36" fmla="*/ 18 w 37"/>
                <a:gd name="T37" fmla="*/ 17 h 17"/>
                <a:gd name="T38" fmla="*/ 18 w 37"/>
                <a:gd name="T39" fmla="*/ 0 h 17"/>
                <a:gd name="T40" fmla="*/ 22 w 37"/>
                <a:gd name="T41" fmla="*/ 0 h 17"/>
                <a:gd name="T42" fmla="*/ 28 w 37"/>
                <a:gd name="T43" fmla="*/ 13 h 17"/>
                <a:gd name="T44" fmla="*/ 33 w 37"/>
                <a:gd name="T45" fmla="*/ 0 h 17"/>
                <a:gd name="T46" fmla="*/ 37 w 37"/>
                <a:gd name="T47" fmla="*/ 0 h 17"/>
                <a:gd name="T48" fmla="*/ 37 w 37"/>
                <a:gd name="T49"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7" h="17">
                  <a:moveTo>
                    <a:pt x="14" y="2"/>
                  </a:moveTo>
                  <a:lnTo>
                    <a:pt x="9" y="2"/>
                  </a:lnTo>
                  <a:lnTo>
                    <a:pt x="9" y="17"/>
                  </a:lnTo>
                  <a:lnTo>
                    <a:pt x="6" y="17"/>
                  </a:lnTo>
                  <a:lnTo>
                    <a:pt x="6" y="2"/>
                  </a:lnTo>
                  <a:lnTo>
                    <a:pt x="0" y="2"/>
                  </a:lnTo>
                  <a:lnTo>
                    <a:pt x="0" y="0"/>
                  </a:lnTo>
                  <a:lnTo>
                    <a:pt x="14" y="0"/>
                  </a:lnTo>
                  <a:lnTo>
                    <a:pt x="14" y="2"/>
                  </a:lnTo>
                  <a:close/>
                  <a:moveTo>
                    <a:pt x="37" y="17"/>
                  </a:moveTo>
                  <a:lnTo>
                    <a:pt x="34" y="17"/>
                  </a:lnTo>
                  <a:lnTo>
                    <a:pt x="34" y="2"/>
                  </a:lnTo>
                  <a:lnTo>
                    <a:pt x="34" y="2"/>
                  </a:lnTo>
                  <a:lnTo>
                    <a:pt x="29" y="17"/>
                  </a:lnTo>
                  <a:lnTo>
                    <a:pt x="27" y="17"/>
                  </a:lnTo>
                  <a:lnTo>
                    <a:pt x="21" y="2"/>
                  </a:lnTo>
                  <a:lnTo>
                    <a:pt x="20" y="2"/>
                  </a:lnTo>
                  <a:lnTo>
                    <a:pt x="20" y="17"/>
                  </a:lnTo>
                  <a:lnTo>
                    <a:pt x="18" y="17"/>
                  </a:lnTo>
                  <a:lnTo>
                    <a:pt x="18" y="0"/>
                  </a:lnTo>
                  <a:lnTo>
                    <a:pt x="22" y="0"/>
                  </a:lnTo>
                  <a:lnTo>
                    <a:pt x="28" y="13"/>
                  </a:lnTo>
                  <a:lnTo>
                    <a:pt x="33" y="0"/>
                  </a:lnTo>
                  <a:lnTo>
                    <a:pt x="37" y="0"/>
                  </a:lnTo>
                  <a:lnTo>
                    <a:pt x="37" y="1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grpSp>
    </p:spTree>
    <p:extLst>
      <p:ext uri="{BB962C8B-B14F-4D97-AF65-F5344CB8AC3E}">
        <p14:creationId xmlns:p14="http://schemas.microsoft.com/office/powerpoint/2010/main" val="4153988781"/>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cSld name="2_Diapositive de titr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19103" y="357720"/>
            <a:ext cx="6437997" cy="3069165"/>
          </a:xfrm>
        </p:spPr>
        <p:txBody>
          <a:bodyPr>
            <a:noAutofit/>
          </a:bodyPr>
          <a:lstStyle>
            <a:lvl1pPr algn="l">
              <a:lnSpc>
                <a:spcPct val="85000"/>
              </a:lnSpc>
              <a:defRPr sz="7333" baseline="0">
                <a:solidFill>
                  <a:schemeClr val="tx1"/>
                </a:solidFill>
              </a:defRPr>
            </a:lvl1pPr>
          </a:lstStyle>
          <a:p>
            <a:r>
              <a:rPr lang="fr-FR" noProof="0" dirty="0"/>
              <a:t>Cliquez pour modifier le titre</a:t>
            </a:r>
          </a:p>
        </p:txBody>
      </p:sp>
      <p:sp>
        <p:nvSpPr>
          <p:cNvPr id="17" name="Text Placeholder 17"/>
          <p:cNvSpPr>
            <a:spLocks noGrp="1"/>
          </p:cNvSpPr>
          <p:nvPr>
            <p:ph type="body" sz="quarter" idx="16" hasCustomPrompt="1"/>
          </p:nvPr>
        </p:nvSpPr>
        <p:spPr>
          <a:xfrm>
            <a:off x="7734300" y="355603"/>
            <a:ext cx="4038600" cy="4538133"/>
          </a:xfrm>
        </p:spPr>
        <p:txBody>
          <a:bodyPr/>
          <a:lstStyle>
            <a:lvl1pPr>
              <a:defRPr/>
            </a:lvl1pPr>
          </a:lstStyle>
          <a:p>
            <a:pPr lvl="0"/>
            <a:r>
              <a:rPr lang="fr-FR" noProof="0" dirty="0"/>
              <a:t>Cliquez pour modifier le texte</a:t>
            </a:r>
          </a:p>
          <a:p>
            <a:pPr lvl="1"/>
            <a:r>
              <a:rPr lang="fr-FR" noProof="0" dirty="0"/>
              <a:t>Deuxième niveau</a:t>
            </a:r>
          </a:p>
        </p:txBody>
      </p:sp>
      <p:sp>
        <p:nvSpPr>
          <p:cNvPr id="42" name="Subtitle 2"/>
          <p:cNvSpPr>
            <a:spLocks noGrp="1"/>
          </p:cNvSpPr>
          <p:nvPr>
            <p:ph type="subTitle" idx="1" hasCustomPrompt="1"/>
          </p:nvPr>
        </p:nvSpPr>
        <p:spPr>
          <a:xfrm>
            <a:off x="414251" y="3605525"/>
            <a:ext cx="6441580" cy="1288208"/>
          </a:xfrm>
        </p:spPr>
        <p:txBody>
          <a:bodyPr/>
          <a:lstStyle>
            <a:lvl1pPr marL="0" indent="0" algn="l">
              <a:buNone/>
              <a:defRPr baseline="0">
                <a:solidFill>
                  <a:schemeClr val="tx1"/>
                </a:solidFill>
              </a:defRPr>
            </a:lvl1pPr>
            <a:lvl2pPr marL="241289" indent="-241289" algn="l">
              <a:buClr>
                <a:schemeClr val="bg2"/>
              </a:buClr>
              <a:buSzPct val="100000"/>
              <a:buFont typeface="Wingdings" panose="05000000000000000000" pitchFamily="2" charset="2"/>
              <a:buChar char="§"/>
              <a:defRPr>
                <a:solidFill>
                  <a:schemeClr val="tx1"/>
                </a:solidFill>
              </a:defRPr>
            </a:lvl2pPr>
            <a:lvl3pPr marL="542373" indent="-254388" algn="l">
              <a:spcBef>
                <a:spcPts val="448"/>
              </a:spcBef>
              <a:buClrTx/>
              <a:buFont typeface="Helvetica 55 Roman" panose="020B0604020202020204" pitchFamily="34" charset="0"/>
              <a:buChar char="–"/>
              <a:defRPr>
                <a:solidFill>
                  <a:schemeClr val="tx1"/>
                </a:solidFill>
                <a:latin typeface="Helvetica 55 Roman" panose="020B0604020202020204" pitchFamily="34" charset="0"/>
              </a:defRPr>
            </a:lvl3pPr>
            <a:lvl4pPr marL="791960" indent="-230389" algn="l">
              <a:spcBef>
                <a:spcPts val="32"/>
              </a:spcBef>
              <a:buFont typeface="Helvetica 55 Roman" panose="020B0604020202020204" pitchFamily="34" charset="0"/>
              <a:buChar char="–"/>
              <a:defRPr>
                <a:solidFill>
                  <a:schemeClr val="tx1"/>
                </a:solidFill>
              </a:defRPr>
            </a:lvl4pPr>
            <a:lvl5pPr marL="1065547" indent="-254388" algn="l">
              <a:buFont typeface="Helvetica 55 Roman" panose="020B0604020202020204" pitchFamily="34" charset="0"/>
              <a:buChar char="–"/>
              <a:defRPr>
                <a:solidFill>
                  <a:schemeClr val="tx1"/>
                </a:solidFill>
              </a:defRPr>
            </a:lvl5pPr>
            <a:lvl6pPr marL="3047848" indent="0" algn="ctr">
              <a:buNone/>
              <a:defRPr>
                <a:solidFill>
                  <a:schemeClr val="tx1">
                    <a:tint val="75000"/>
                  </a:schemeClr>
                </a:solidFill>
              </a:defRPr>
            </a:lvl6pPr>
            <a:lvl7pPr marL="3657418" indent="0" algn="ctr">
              <a:buNone/>
              <a:defRPr>
                <a:solidFill>
                  <a:schemeClr val="tx1">
                    <a:tint val="75000"/>
                  </a:schemeClr>
                </a:solidFill>
              </a:defRPr>
            </a:lvl7pPr>
            <a:lvl8pPr marL="4266987" indent="0" algn="ctr">
              <a:buNone/>
              <a:defRPr>
                <a:solidFill>
                  <a:schemeClr val="tx1">
                    <a:tint val="75000"/>
                  </a:schemeClr>
                </a:solidFill>
              </a:defRPr>
            </a:lvl8pPr>
            <a:lvl9pPr marL="4876557" indent="0" algn="ctr">
              <a:buNone/>
              <a:defRPr>
                <a:solidFill>
                  <a:schemeClr val="tx1">
                    <a:tint val="75000"/>
                  </a:schemeClr>
                </a:solidFill>
              </a:defRPr>
            </a:lvl9pPr>
          </a:lstStyle>
          <a:p>
            <a:r>
              <a:rPr lang="fr-FR" dirty="0"/>
              <a:t>Cliquez pour modifier le nom du présentateur</a:t>
            </a:r>
          </a:p>
        </p:txBody>
      </p:sp>
      <p:grpSp>
        <p:nvGrpSpPr>
          <p:cNvPr id="3" name="Group 2"/>
          <p:cNvGrpSpPr/>
          <p:nvPr/>
        </p:nvGrpSpPr>
        <p:grpSpPr>
          <a:xfrm>
            <a:off x="418049" y="5645153"/>
            <a:ext cx="817033" cy="817033"/>
            <a:chOff x="313535" y="4233863"/>
            <a:chExt cx="612775" cy="612775"/>
          </a:xfrm>
        </p:grpSpPr>
        <p:sp>
          <p:nvSpPr>
            <p:cNvPr id="43" name="Rectangle 5"/>
            <p:cNvSpPr>
              <a:spLocks noChangeArrowheads="1"/>
            </p:cNvSpPr>
            <p:nvPr/>
          </p:nvSpPr>
          <p:spPr bwMode="auto">
            <a:xfrm>
              <a:off x="313535" y="4233863"/>
              <a:ext cx="612775" cy="612775"/>
            </a:xfrm>
            <a:prstGeom prst="rect">
              <a:avLst/>
            </a:prstGeom>
            <a:solidFill>
              <a:srgbClr val="FF79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44" name="Freeform 6"/>
            <p:cNvSpPr>
              <a:spLocks noEditPoints="1"/>
            </p:cNvSpPr>
            <p:nvPr/>
          </p:nvSpPr>
          <p:spPr bwMode="auto">
            <a:xfrm>
              <a:off x="500860" y="4708526"/>
              <a:ext cx="74613" cy="87313"/>
            </a:xfrm>
            <a:custGeom>
              <a:avLst/>
              <a:gdLst>
                <a:gd name="T0" fmla="*/ 66 w 93"/>
                <a:gd name="T1" fmla="*/ 99 h 109"/>
                <a:gd name="T2" fmla="*/ 31 w 93"/>
                <a:gd name="T3" fmla="*/ 109 h 109"/>
                <a:gd name="T4" fmla="*/ 0 w 93"/>
                <a:gd name="T5" fmla="*/ 79 h 109"/>
                <a:gd name="T6" fmla="*/ 66 w 93"/>
                <a:gd name="T7" fmla="*/ 37 h 109"/>
                <a:gd name="T8" fmla="*/ 66 w 93"/>
                <a:gd name="T9" fmla="*/ 32 h 109"/>
                <a:gd name="T10" fmla="*/ 49 w 93"/>
                <a:gd name="T11" fmla="*/ 19 h 109"/>
                <a:gd name="T12" fmla="*/ 24 w 93"/>
                <a:gd name="T13" fmla="*/ 32 h 109"/>
                <a:gd name="T14" fmla="*/ 5 w 93"/>
                <a:gd name="T15" fmla="*/ 21 h 109"/>
                <a:gd name="T16" fmla="*/ 50 w 93"/>
                <a:gd name="T17" fmla="*/ 0 h 109"/>
                <a:gd name="T18" fmla="*/ 93 w 93"/>
                <a:gd name="T19" fmla="*/ 32 h 109"/>
                <a:gd name="T20" fmla="*/ 93 w 93"/>
                <a:gd name="T21" fmla="*/ 108 h 109"/>
                <a:gd name="T22" fmla="*/ 68 w 93"/>
                <a:gd name="T23" fmla="*/ 108 h 109"/>
                <a:gd name="T24" fmla="*/ 66 w 93"/>
                <a:gd name="T25" fmla="*/ 99 h 109"/>
                <a:gd name="T26" fmla="*/ 27 w 93"/>
                <a:gd name="T27" fmla="*/ 77 h 109"/>
                <a:gd name="T28" fmla="*/ 39 w 93"/>
                <a:gd name="T29" fmla="*/ 90 h 109"/>
                <a:gd name="T30" fmla="*/ 65 w 93"/>
                <a:gd name="T31" fmla="*/ 79 h 109"/>
                <a:gd name="T32" fmla="*/ 65 w 93"/>
                <a:gd name="T33" fmla="*/ 54 h 109"/>
                <a:gd name="T34" fmla="*/ 27 w 93"/>
                <a:gd name="T35" fmla="*/ 77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 h="109">
                  <a:moveTo>
                    <a:pt x="66" y="99"/>
                  </a:moveTo>
                  <a:cubicBezTo>
                    <a:pt x="55" y="106"/>
                    <a:pt x="43" y="109"/>
                    <a:pt x="31" y="109"/>
                  </a:cubicBezTo>
                  <a:cubicBezTo>
                    <a:pt x="11" y="109"/>
                    <a:pt x="0" y="96"/>
                    <a:pt x="0" y="79"/>
                  </a:cubicBezTo>
                  <a:cubicBezTo>
                    <a:pt x="0" y="55"/>
                    <a:pt x="21" y="42"/>
                    <a:pt x="66" y="37"/>
                  </a:cubicBezTo>
                  <a:cubicBezTo>
                    <a:pt x="66" y="32"/>
                    <a:pt x="66" y="32"/>
                    <a:pt x="66" y="32"/>
                  </a:cubicBezTo>
                  <a:cubicBezTo>
                    <a:pt x="66" y="24"/>
                    <a:pt x="60" y="19"/>
                    <a:pt x="49" y="19"/>
                  </a:cubicBezTo>
                  <a:cubicBezTo>
                    <a:pt x="39" y="19"/>
                    <a:pt x="30" y="24"/>
                    <a:pt x="24" y="32"/>
                  </a:cubicBezTo>
                  <a:cubicBezTo>
                    <a:pt x="5" y="21"/>
                    <a:pt x="5" y="21"/>
                    <a:pt x="5" y="21"/>
                  </a:cubicBezTo>
                  <a:cubicBezTo>
                    <a:pt x="15" y="7"/>
                    <a:pt x="30" y="0"/>
                    <a:pt x="50" y="0"/>
                  </a:cubicBezTo>
                  <a:cubicBezTo>
                    <a:pt x="77" y="0"/>
                    <a:pt x="93" y="12"/>
                    <a:pt x="93" y="32"/>
                  </a:cubicBezTo>
                  <a:cubicBezTo>
                    <a:pt x="93" y="32"/>
                    <a:pt x="93" y="108"/>
                    <a:pt x="93" y="108"/>
                  </a:cubicBezTo>
                  <a:cubicBezTo>
                    <a:pt x="68" y="108"/>
                    <a:pt x="68" y="108"/>
                    <a:pt x="68" y="108"/>
                  </a:cubicBezTo>
                  <a:lnTo>
                    <a:pt x="66" y="99"/>
                  </a:lnTo>
                  <a:close/>
                  <a:moveTo>
                    <a:pt x="27" y="77"/>
                  </a:moveTo>
                  <a:cubicBezTo>
                    <a:pt x="27" y="84"/>
                    <a:pt x="31" y="90"/>
                    <a:pt x="39" y="90"/>
                  </a:cubicBezTo>
                  <a:cubicBezTo>
                    <a:pt x="48" y="90"/>
                    <a:pt x="57" y="87"/>
                    <a:pt x="65" y="79"/>
                  </a:cubicBezTo>
                  <a:cubicBezTo>
                    <a:pt x="65" y="54"/>
                    <a:pt x="65" y="54"/>
                    <a:pt x="65" y="54"/>
                  </a:cubicBezTo>
                  <a:cubicBezTo>
                    <a:pt x="39" y="57"/>
                    <a:pt x="27" y="64"/>
                    <a:pt x="27" y="7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45" name="Freeform 7"/>
            <p:cNvSpPr>
              <a:spLocks/>
            </p:cNvSpPr>
            <p:nvPr/>
          </p:nvSpPr>
          <p:spPr bwMode="auto">
            <a:xfrm>
              <a:off x="592935" y="4708526"/>
              <a:ext cx="76200" cy="87313"/>
            </a:xfrm>
            <a:custGeom>
              <a:avLst/>
              <a:gdLst>
                <a:gd name="T0" fmla="*/ 0 w 94"/>
                <a:gd name="T1" fmla="*/ 5 h 108"/>
                <a:gd name="T2" fmla="*/ 23 w 94"/>
                <a:gd name="T3" fmla="*/ 2 h 108"/>
                <a:gd name="T4" fmla="*/ 25 w 94"/>
                <a:gd name="T5" fmla="*/ 15 h 108"/>
                <a:gd name="T6" fmla="*/ 61 w 94"/>
                <a:gd name="T7" fmla="*/ 0 h 108"/>
                <a:gd name="T8" fmla="*/ 94 w 94"/>
                <a:gd name="T9" fmla="*/ 34 h 108"/>
                <a:gd name="T10" fmla="*/ 94 w 94"/>
                <a:gd name="T11" fmla="*/ 108 h 108"/>
                <a:gd name="T12" fmla="*/ 66 w 94"/>
                <a:gd name="T13" fmla="*/ 108 h 108"/>
                <a:gd name="T14" fmla="*/ 66 w 94"/>
                <a:gd name="T15" fmla="*/ 39 h 108"/>
                <a:gd name="T16" fmla="*/ 53 w 94"/>
                <a:gd name="T17" fmla="*/ 21 h 108"/>
                <a:gd name="T18" fmla="*/ 27 w 94"/>
                <a:gd name="T19" fmla="*/ 32 h 108"/>
                <a:gd name="T20" fmla="*/ 27 w 94"/>
                <a:gd name="T21" fmla="*/ 108 h 108"/>
                <a:gd name="T22" fmla="*/ 0 w 94"/>
                <a:gd name="T23" fmla="*/ 108 h 108"/>
                <a:gd name="T24" fmla="*/ 0 w 94"/>
                <a:gd name="T25" fmla="*/ 5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4" h="108">
                  <a:moveTo>
                    <a:pt x="0" y="5"/>
                  </a:moveTo>
                  <a:cubicBezTo>
                    <a:pt x="23" y="2"/>
                    <a:pt x="23" y="2"/>
                    <a:pt x="23" y="2"/>
                  </a:cubicBezTo>
                  <a:cubicBezTo>
                    <a:pt x="25" y="15"/>
                    <a:pt x="25" y="15"/>
                    <a:pt x="25" y="15"/>
                  </a:cubicBezTo>
                  <a:cubicBezTo>
                    <a:pt x="38" y="5"/>
                    <a:pt x="48" y="0"/>
                    <a:pt x="61" y="0"/>
                  </a:cubicBezTo>
                  <a:cubicBezTo>
                    <a:pt x="83" y="0"/>
                    <a:pt x="94" y="12"/>
                    <a:pt x="94" y="34"/>
                  </a:cubicBezTo>
                  <a:cubicBezTo>
                    <a:pt x="94" y="108"/>
                    <a:pt x="94" y="108"/>
                    <a:pt x="94" y="108"/>
                  </a:cubicBezTo>
                  <a:cubicBezTo>
                    <a:pt x="66" y="108"/>
                    <a:pt x="66" y="108"/>
                    <a:pt x="66" y="108"/>
                  </a:cubicBezTo>
                  <a:cubicBezTo>
                    <a:pt x="66" y="39"/>
                    <a:pt x="66" y="39"/>
                    <a:pt x="66" y="39"/>
                  </a:cubicBezTo>
                  <a:cubicBezTo>
                    <a:pt x="66" y="26"/>
                    <a:pt x="63" y="21"/>
                    <a:pt x="53" y="21"/>
                  </a:cubicBezTo>
                  <a:cubicBezTo>
                    <a:pt x="45" y="21"/>
                    <a:pt x="36" y="24"/>
                    <a:pt x="27" y="32"/>
                  </a:cubicBezTo>
                  <a:cubicBezTo>
                    <a:pt x="27" y="108"/>
                    <a:pt x="27" y="108"/>
                    <a:pt x="27" y="108"/>
                  </a:cubicBezTo>
                  <a:cubicBezTo>
                    <a:pt x="0" y="108"/>
                    <a:pt x="0" y="108"/>
                    <a:pt x="0" y="108"/>
                  </a:cubicBezTo>
                  <a:lnTo>
                    <a:pt x="0" y="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46" name="Freeform 8"/>
            <p:cNvSpPr>
              <a:spLocks noEditPoints="1"/>
            </p:cNvSpPr>
            <p:nvPr/>
          </p:nvSpPr>
          <p:spPr bwMode="auto">
            <a:xfrm>
              <a:off x="778673" y="4708526"/>
              <a:ext cx="79375" cy="88900"/>
            </a:xfrm>
            <a:custGeom>
              <a:avLst/>
              <a:gdLst>
                <a:gd name="T0" fmla="*/ 50 w 98"/>
                <a:gd name="T1" fmla="*/ 110 h 110"/>
                <a:gd name="T2" fmla="*/ 0 w 98"/>
                <a:gd name="T3" fmla="*/ 55 h 110"/>
                <a:gd name="T4" fmla="*/ 49 w 98"/>
                <a:gd name="T5" fmla="*/ 0 h 110"/>
                <a:gd name="T6" fmla="*/ 98 w 98"/>
                <a:gd name="T7" fmla="*/ 54 h 110"/>
                <a:gd name="T8" fmla="*/ 97 w 98"/>
                <a:gd name="T9" fmla="*/ 59 h 110"/>
                <a:gd name="T10" fmla="*/ 27 w 98"/>
                <a:gd name="T11" fmla="*/ 59 h 110"/>
                <a:gd name="T12" fmla="*/ 52 w 98"/>
                <a:gd name="T13" fmla="*/ 89 h 110"/>
                <a:gd name="T14" fmla="*/ 76 w 98"/>
                <a:gd name="T15" fmla="*/ 76 h 110"/>
                <a:gd name="T16" fmla="*/ 96 w 98"/>
                <a:gd name="T17" fmla="*/ 87 h 110"/>
                <a:gd name="T18" fmla="*/ 50 w 98"/>
                <a:gd name="T19" fmla="*/ 110 h 110"/>
                <a:gd name="T20" fmla="*/ 70 w 98"/>
                <a:gd name="T21" fmla="*/ 41 h 110"/>
                <a:gd name="T22" fmla="*/ 49 w 98"/>
                <a:gd name="T23" fmla="*/ 19 h 110"/>
                <a:gd name="T24" fmla="*/ 28 w 98"/>
                <a:gd name="T25" fmla="*/ 41 h 110"/>
                <a:gd name="T26" fmla="*/ 70 w 98"/>
                <a:gd name="T27" fmla="*/ 41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8" h="110">
                  <a:moveTo>
                    <a:pt x="50" y="110"/>
                  </a:moveTo>
                  <a:cubicBezTo>
                    <a:pt x="19" y="110"/>
                    <a:pt x="0" y="90"/>
                    <a:pt x="0" y="55"/>
                  </a:cubicBezTo>
                  <a:cubicBezTo>
                    <a:pt x="0" y="20"/>
                    <a:pt x="19" y="0"/>
                    <a:pt x="49" y="0"/>
                  </a:cubicBezTo>
                  <a:cubicBezTo>
                    <a:pt x="80" y="0"/>
                    <a:pt x="98" y="20"/>
                    <a:pt x="98" y="54"/>
                  </a:cubicBezTo>
                  <a:cubicBezTo>
                    <a:pt x="98" y="56"/>
                    <a:pt x="97" y="57"/>
                    <a:pt x="97" y="59"/>
                  </a:cubicBezTo>
                  <a:cubicBezTo>
                    <a:pt x="27" y="59"/>
                    <a:pt x="27" y="59"/>
                    <a:pt x="27" y="59"/>
                  </a:cubicBezTo>
                  <a:cubicBezTo>
                    <a:pt x="28" y="79"/>
                    <a:pt x="36" y="89"/>
                    <a:pt x="52" y="89"/>
                  </a:cubicBezTo>
                  <a:cubicBezTo>
                    <a:pt x="63" y="89"/>
                    <a:pt x="70" y="85"/>
                    <a:pt x="76" y="76"/>
                  </a:cubicBezTo>
                  <a:cubicBezTo>
                    <a:pt x="96" y="87"/>
                    <a:pt x="96" y="87"/>
                    <a:pt x="96" y="87"/>
                  </a:cubicBezTo>
                  <a:cubicBezTo>
                    <a:pt x="87" y="102"/>
                    <a:pt x="71" y="110"/>
                    <a:pt x="50" y="110"/>
                  </a:cubicBezTo>
                  <a:close/>
                  <a:moveTo>
                    <a:pt x="70" y="41"/>
                  </a:moveTo>
                  <a:cubicBezTo>
                    <a:pt x="70" y="27"/>
                    <a:pt x="62" y="19"/>
                    <a:pt x="49" y="19"/>
                  </a:cubicBezTo>
                  <a:cubicBezTo>
                    <a:pt x="37" y="19"/>
                    <a:pt x="29" y="27"/>
                    <a:pt x="28" y="41"/>
                  </a:cubicBezTo>
                  <a:lnTo>
                    <a:pt x="70" y="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47" name="Freeform 9"/>
            <p:cNvSpPr>
              <a:spLocks noEditPoints="1"/>
            </p:cNvSpPr>
            <p:nvPr/>
          </p:nvSpPr>
          <p:spPr bwMode="auto">
            <a:xfrm>
              <a:off x="346873" y="4708526"/>
              <a:ext cx="84138" cy="88900"/>
            </a:xfrm>
            <a:custGeom>
              <a:avLst/>
              <a:gdLst>
                <a:gd name="T0" fmla="*/ 52 w 104"/>
                <a:gd name="T1" fmla="*/ 111 h 111"/>
                <a:gd name="T2" fmla="*/ 0 w 104"/>
                <a:gd name="T3" fmla="*/ 55 h 111"/>
                <a:gd name="T4" fmla="*/ 52 w 104"/>
                <a:gd name="T5" fmla="*/ 0 h 111"/>
                <a:gd name="T6" fmla="*/ 104 w 104"/>
                <a:gd name="T7" fmla="*/ 55 h 111"/>
                <a:gd name="T8" fmla="*/ 52 w 104"/>
                <a:gd name="T9" fmla="*/ 111 h 111"/>
                <a:gd name="T10" fmla="*/ 52 w 104"/>
                <a:gd name="T11" fmla="*/ 23 h 111"/>
                <a:gd name="T12" fmla="*/ 28 w 104"/>
                <a:gd name="T13" fmla="*/ 55 h 111"/>
                <a:gd name="T14" fmla="*/ 52 w 104"/>
                <a:gd name="T15" fmla="*/ 87 h 111"/>
                <a:gd name="T16" fmla="*/ 77 w 104"/>
                <a:gd name="T17" fmla="*/ 55 h 111"/>
                <a:gd name="T18" fmla="*/ 52 w 104"/>
                <a:gd name="T19" fmla="*/ 2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4" h="111">
                  <a:moveTo>
                    <a:pt x="52" y="111"/>
                  </a:moveTo>
                  <a:cubicBezTo>
                    <a:pt x="25" y="111"/>
                    <a:pt x="0" y="93"/>
                    <a:pt x="0" y="55"/>
                  </a:cubicBezTo>
                  <a:cubicBezTo>
                    <a:pt x="0" y="17"/>
                    <a:pt x="25" y="0"/>
                    <a:pt x="52" y="0"/>
                  </a:cubicBezTo>
                  <a:cubicBezTo>
                    <a:pt x="79" y="0"/>
                    <a:pt x="104" y="17"/>
                    <a:pt x="104" y="55"/>
                  </a:cubicBezTo>
                  <a:cubicBezTo>
                    <a:pt x="104" y="93"/>
                    <a:pt x="79" y="111"/>
                    <a:pt x="52" y="111"/>
                  </a:cubicBezTo>
                  <a:close/>
                  <a:moveTo>
                    <a:pt x="52" y="23"/>
                  </a:moveTo>
                  <a:cubicBezTo>
                    <a:pt x="31" y="23"/>
                    <a:pt x="28" y="42"/>
                    <a:pt x="28" y="55"/>
                  </a:cubicBezTo>
                  <a:cubicBezTo>
                    <a:pt x="28" y="69"/>
                    <a:pt x="31" y="87"/>
                    <a:pt x="52" y="87"/>
                  </a:cubicBezTo>
                  <a:cubicBezTo>
                    <a:pt x="73" y="87"/>
                    <a:pt x="77" y="69"/>
                    <a:pt x="77" y="55"/>
                  </a:cubicBezTo>
                  <a:cubicBezTo>
                    <a:pt x="77" y="42"/>
                    <a:pt x="73" y="23"/>
                    <a:pt x="52" y="2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48" name="Freeform 10"/>
            <p:cNvSpPr>
              <a:spLocks/>
            </p:cNvSpPr>
            <p:nvPr/>
          </p:nvSpPr>
          <p:spPr bwMode="auto">
            <a:xfrm>
              <a:off x="446885" y="4708526"/>
              <a:ext cx="47625" cy="87313"/>
            </a:xfrm>
            <a:custGeom>
              <a:avLst/>
              <a:gdLst>
                <a:gd name="T0" fmla="*/ 0 w 59"/>
                <a:gd name="T1" fmla="*/ 3 h 108"/>
                <a:gd name="T2" fmla="*/ 26 w 59"/>
                <a:gd name="T3" fmla="*/ 3 h 108"/>
                <a:gd name="T4" fmla="*/ 26 w 59"/>
                <a:gd name="T5" fmla="*/ 15 h 108"/>
                <a:gd name="T6" fmla="*/ 55 w 59"/>
                <a:gd name="T7" fmla="*/ 0 h 108"/>
                <a:gd name="T8" fmla="*/ 59 w 59"/>
                <a:gd name="T9" fmla="*/ 1 h 108"/>
                <a:gd name="T10" fmla="*/ 59 w 59"/>
                <a:gd name="T11" fmla="*/ 27 h 108"/>
                <a:gd name="T12" fmla="*/ 58 w 59"/>
                <a:gd name="T13" fmla="*/ 27 h 108"/>
                <a:gd name="T14" fmla="*/ 28 w 59"/>
                <a:gd name="T15" fmla="*/ 38 h 108"/>
                <a:gd name="T16" fmla="*/ 28 w 59"/>
                <a:gd name="T17" fmla="*/ 108 h 108"/>
                <a:gd name="T18" fmla="*/ 0 w 59"/>
                <a:gd name="T19" fmla="*/ 108 h 108"/>
                <a:gd name="T20" fmla="*/ 0 w 59"/>
                <a:gd name="T21" fmla="*/ 3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108">
                  <a:moveTo>
                    <a:pt x="0" y="3"/>
                  </a:moveTo>
                  <a:cubicBezTo>
                    <a:pt x="26" y="3"/>
                    <a:pt x="26" y="3"/>
                    <a:pt x="26" y="3"/>
                  </a:cubicBezTo>
                  <a:cubicBezTo>
                    <a:pt x="26" y="15"/>
                    <a:pt x="26" y="15"/>
                    <a:pt x="26" y="15"/>
                  </a:cubicBezTo>
                  <a:cubicBezTo>
                    <a:pt x="31" y="8"/>
                    <a:pt x="44" y="0"/>
                    <a:pt x="55" y="0"/>
                  </a:cubicBezTo>
                  <a:cubicBezTo>
                    <a:pt x="57" y="0"/>
                    <a:pt x="58" y="0"/>
                    <a:pt x="59" y="1"/>
                  </a:cubicBezTo>
                  <a:cubicBezTo>
                    <a:pt x="59" y="27"/>
                    <a:pt x="59" y="27"/>
                    <a:pt x="59" y="27"/>
                  </a:cubicBezTo>
                  <a:cubicBezTo>
                    <a:pt x="59" y="27"/>
                    <a:pt x="58" y="27"/>
                    <a:pt x="58" y="27"/>
                  </a:cubicBezTo>
                  <a:cubicBezTo>
                    <a:pt x="46" y="27"/>
                    <a:pt x="32" y="28"/>
                    <a:pt x="28" y="38"/>
                  </a:cubicBezTo>
                  <a:cubicBezTo>
                    <a:pt x="28" y="108"/>
                    <a:pt x="28" y="108"/>
                    <a:pt x="28" y="108"/>
                  </a:cubicBezTo>
                  <a:cubicBezTo>
                    <a:pt x="0" y="108"/>
                    <a:pt x="0" y="108"/>
                    <a:pt x="0" y="108"/>
                  </a:cubicBezTo>
                  <a:lnTo>
                    <a:pt x="0" y="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49" name="Freeform 11"/>
            <p:cNvSpPr>
              <a:spLocks noEditPoints="1"/>
            </p:cNvSpPr>
            <p:nvPr/>
          </p:nvSpPr>
          <p:spPr bwMode="auto">
            <a:xfrm>
              <a:off x="685010" y="4708526"/>
              <a:ext cx="79375" cy="120650"/>
            </a:xfrm>
            <a:custGeom>
              <a:avLst/>
              <a:gdLst>
                <a:gd name="T0" fmla="*/ 49 w 98"/>
                <a:gd name="T1" fmla="*/ 85 h 149"/>
                <a:gd name="T2" fmla="*/ 72 w 98"/>
                <a:gd name="T3" fmla="*/ 50 h 149"/>
                <a:gd name="T4" fmla="*/ 49 w 98"/>
                <a:gd name="T5" fmla="*/ 20 h 149"/>
                <a:gd name="T6" fmla="*/ 28 w 98"/>
                <a:gd name="T7" fmla="*/ 51 h 149"/>
                <a:gd name="T8" fmla="*/ 49 w 98"/>
                <a:gd name="T9" fmla="*/ 85 h 149"/>
                <a:gd name="T10" fmla="*/ 98 w 98"/>
                <a:gd name="T11" fmla="*/ 2 h 149"/>
                <a:gd name="T12" fmla="*/ 98 w 98"/>
                <a:gd name="T13" fmla="*/ 102 h 149"/>
                <a:gd name="T14" fmla="*/ 47 w 98"/>
                <a:gd name="T15" fmla="*/ 149 h 149"/>
                <a:gd name="T16" fmla="*/ 3 w 98"/>
                <a:gd name="T17" fmla="*/ 123 h 149"/>
                <a:gd name="T18" fmla="*/ 30 w 98"/>
                <a:gd name="T19" fmla="*/ 118 h 149"/>
                <a:gd name="T20" fmla="*/ 50 w 98"/>
                <a:gd name="T21" fmla="*/ 128 h 149"/>
                <a:gd name="T22" fmla="*/ 72 w 98"/>
                <a:gd name="T23" fmla="*/ 105 h 149"/>
                <a:gd name="T24" fmla="*/ 72 w 98"/>
                <a:gd name="T25" fmla="*/ 93 h 149"/>
                <a:gd name="T26" fmla="*/ 71 w 98"/>
                <a:gd name="T27" fmla="*/ 92 h 149"/>
                <a:gd name="T28" fmla="*/ 44 w 98"/>
                <a:gd name="T29" fmla="*/ 108 h 149"/>
                <a:gd name="T30" fmla="*/ 0 w 98"/>
                <a:gd name="T31" fmla="*/ 55 h 149"/>
                <a:gd name="T32" fmla="*/ 42 w 98"/>
                <a:gd name="T33" fmla="*/ 0 h 149"/>
                <a:gd name="T34" fmla="*/ 73 w 98"/>
                <a:gd name="T35" fmla="*/ 15 h 149"/>
                <a:gd name="T36" fmla="*/ 73 w 98"/>
                <a:gd name="T37" fmla="*/ 15 h 149"/>
                <a:gd name="T38" fmla="*/ 75 w 98"/>
                <a:gd name="T39" fmla="*/ 2 h 149"/>
                <a:gd name="T40" fmla="*/ 98 w 98"/>
                <a:gd name="T41" fmla="*/ 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8" h="149">
                  <a:moveTo>
                    <a:pt x="49" y="85"/>
                  </a:moveTo>
                  <a:cubicBezTo>
                    <a:pt x="70" y="85"/>
                    <a:pt x="72" y="64"/>
                    <a:pt x="72" y="50"/>
                  </a:cubicBezTo>
                  <a:cubicBezTo>
                    <a:pt x="72" y="33"/>
                    <a:pt x="64" y="20"/>
                    <a:pt x="49" y="20"/>
                  </a:cubicBezTo>
                  <a:cubicBezTo>
                    <a:pt x="39" y="20"/>
                    <a:pt x="28" y="27"/>
                    <a:pt x="28" y="51"/>
                  </a:cubicBezTo>
                  <a:cubicBezTo>
                    <a:pt x="28" y="64"/>
                    <a:pt x="29" y="85"/>
                    <a:pt x="49" y="85"/>
                  </a:cubicBezTo>
                  <a:close/>
                  <a:moveTo>
                    <a:pt x="98" y="2"/>
                  </a:moveTo>
                  <a:cubicBezTo>
                    <a:pt x="98" y="102"/>
                    <a:pt x="98" y="102"/>
                    <a:pt x="98" y="102"/>
                  </a:cubicBezTo>
                  <a:cubicBezTo>
                    <a:pt x="98" y="119"/>
                    <a:pt x="97" y="148"/>
                    <a:pt x="47" y="149"/>
                  </a:cubicBezTo>
                  <a:cubicBezTo>
                    <a:pt x="26" y="149"/>
                    <a:pt x="7" y="141"/>
                    <a:pt x="3" y="123"/>
                  </a:cubicBezTo>
                  <a:cubicBezTo>
                    <a:pt x="30" y="118"/>
                    <a:pt x="30" y="118"/>
                    <a:pt x="30" y="118"/>
                  </a:cubicBezTo>
                  <a:cubicBezTo>
                    <a:pt x="32" y="123"/>
                    <a:pt x="35" y="128"/>
                    <a:pt x="50" y="128"/>
                  </a:cubicBezTo>
                  <a:cubicBezTo>
                    <a:pt x="65" y="128"/>
                    <a:pt x="72" y="122"/>
                    <a:pt x="72" y="105"/>
                  </a:cubicBezTo>
                  <a:cubicBezTo>
                    <a:pt x="72" y="93"/>
                    <a:pt x="72" y="93"/>
                    <a:pt x="72" y="93"/>
                  </a:cubicBezTo>
                  <a:cubicBezTo>
                    <a:pt x="71" y="92"/>
                    <a:pt x="71" y="92"/>
                    <a:pt x="71" y="92"/>
                  </a:cubicBezTo>
                  <a:cubicBezTo>
                    <a:pt x="67" y="100"/>
                    <a:pt x="60" y="108"/>
                    <a:pt x="44" y="108"/>
                  </a:cubicBezTo>
                  <a:cubicBezTo>
                    <a:pt x="19" y="108"/>
                    <a:pt x="0" y="91"/>
                    <a:pt x="0" y="55"/>
                  </a:cubicBezTo>
                  <a:cubicBezTo>
                    <a:pt x="0" y="20"/>
                    <a:pt x="20" y="0"/>
                    <a:pt x="42" y="0"/>
                  </a:cubicBezTo>
                  <a:cubicBezTo>
                    <a:pt x="63" y="0"/>
                    <a:pt x="71" y="10"/>
                    <a:pt x="73" y="15"/>
                  </a:cubicBezTo>
                  <a:cubicBezTo>
                    <a:pt x="73" y="15"/>
                    <a:pt x="73" y="15"/>
                    <a:pt x="73" y="15"/>
                  </a:cubicBezTo>
                  <a:cubicBezTo>
                    <a:pt x="75" y="2"/>
                    <a:pt x="75" y="2"/>
                    <a:pt x="75" y="2"/>
                  </a:cubicBezTo>
                  <a:lnTo>
                    <a:pt x="98" y="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50" name="Freeform 12"/>
            <p:cNvSpPr>
              <a:spLocks noEditPoints="1"/>
            </p:cNvSpPr>
            <p:nvPr/>
          </p:nvSpPr>
          <p:spPr bwMode="auto">
            <a:xfrm>
              <a:off x="843760" y="4678363"/>
              <a:ext cx="58738" cy="26988"/>
            </a:xfrm>
            <a:custGeom>
              <a:avLst/>
              <a:gdLst>
                <a:gd name="T0" fmla="*/ 14 w 37"/>
                <a:gd name="T1" fmla="*/ 2 h 17"/>
                <a:gd name="T2" fmla="*/ 9 w 37"/>
                <a:gd name="T3" fmla="*/ 2 h 17"/>
                <a:gd name="T4" fmla="*/ 9 w 37"/>
                <a:gd name="T5" fmla="*/ 17 h 17"/>
                <a:gd name="T6" fmla="*/ 6 w 37"/>
                <a:gd name="T7" fmla="*/ 17 h 17"/>
                <a:gd name="T8" fmla="*/ 6 w 37"/>
                <a:gd name="T9" fmla="*/ 2 h 17"/>
                <a:gd name="T10" fmla="*/ 0 w 37"/>
                <a:gd name="T11" fmla="*/ 2 h 17"/>
                <a:gd name="T12" fmla="*/ 0 w 37"/>
                <a:gd name="T13" fmla="*/ 0 h 17"/>
                <a:gd name="T14" fmla="*/ 14 w 37"/>
                <a:gd name="T15" fmla="*/ 0 h 17"/>
                <a:gd name="T16" fmla="*/ 14 w 37"/>
                <a:gd name="T17" fmla="*/ 2 h 17"/>
                <a:gd name="T18" fmla="*/ 37 w 37"/>
                <a:gd name="T19" fmla="*/ 17 h 17"/>
                <a:gd name="T20" fmla="*/ 34 w 37"/>
                <a:gd name="T21" fmla="*/ 17 h 17"/>
                <a:gd name="T22" fmla="*/ 34 w 37"/>
                <a:gd name="T23" fmla="*/ 2 h 17"/>
                <a:gd name="T24" fmla="*/ 34 w 37"/>
                <a:gd name="T25" fmla="*/ 2 h 17"/>
                <a:gd name="T26" fmla="*/ 29 w 37"/>
                <a:gd name="T27" fmla="*/ 17 h 17"/>
                <a:gd name="T28" fmla="*/ 27 w 37"/>
                <a:gd name="T29" fmla="*/ 17 h 17"/>
                <a:gd name="T30" fmla="*/ 21 w 37"/>
                <a:gd name="T31" fmla="*/ 2 h 17"/>
                <a:gd name="T32" fmla="*/ 20 w 37"/>
                <a:gd name="T33" fmla="*/ 2 h 17"/>
                <a:gd name="T34" fmla="*/ 20 w 37"/>
                <a:gd name="T35" fmla="*/ 17 h 17"/>
                <a:gd name="T36" fmla="*/ 18 w 37"/>
                <a:gd name="T37" fmla="*/ 17 h 17"/>
                <a:gd name="T38" fmla="*/ 18 w 37"/>
                <a:gd name="T39" fmla="*/ 0 h 17"/>
                <a:gd name="T40" fmla="*/ 22 w 37"/>
                <a:gd name="T41" fmla="*/ 0 h 17"/>
                <a:gd name="T42" fmla="*/ 28 w 37"/>
                <a:gd name="T43" fmla="*/ 13 h 17"/>
                <a:gd name="T44" fmla="*/ 33 w 37"/>
                <a:gd name="T45" fmla="*/ 0 h 17"/>
                <a:gd name="T46" fmla="*/ 37 w 37"/>
                <a:gd name="T47" fmla="*/ 0 h 17"/>
                <a:gd name="T48" fmla="*/ 37 w 37"/>
                <a:gd name="T49"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7" h="17">
                  <a:moveTo>
                    <a:pt x="14" y="2"/>
                  </a:moveTo>
                  <a:lnTo>
                    <a:pt x="9" y="2"/>
                  </a:lnTo>
                  <a:lnTo>
                    <a:pt x="9" y="17"/>
                  </a:lnTo>
                  <a:lnTo>
                    <a:pt x="6" y="17"/>
                  </a:lnTo>
                  <a:lnTo>
                    <a:pt x="6" y="2"/>
                  </a:lnTo>
                  <a:lnTo>
                    <a:pt x="0" y="2"/>
                  </a:lnTo>
                  <a:lnTo>
                    <a:pt x="0" y="0"/>
                  </a:lnTo>
                  <a:lnTo>
                    <a:pt x="14" y="0"/>
                  </a:lnTo>
                  <a:lnTo>
                    <a:pt x="14" y="2"/>
                  </a:lnTo>
                  <a:close/>
                  <a:moveTo>
                    <a:pt x="37" y="17"/>
                  </a:moveTo>
                  <a:lnTo>
                    <a:pt x="34" y="17"/>
                  </a:lnTo>
                  <a:lnTo>
                    <a:pt x="34" y="2"/>
                  </a:lnTo>
                  <a:lnTo>
                    <a:pt x="34" y="2"/>
                  </a:lnTo>
                  <a:lnTo>
                    <a:pt x="29" y="17"/>
                  </a:lnTo>
                  <a:lnTo>
                    <a:pt x="27" y="17"/>
                  </a:lnTo>
                  <a:lnTo>
                    <a:pt x="21" y="2"/>
                  </a:lnTo>
                  <a:lnTo>
                    <a:pt x="20" y="2"/>
                  </a:lnTo>
                  <a:lnTo>
                    <a:pt x="20" y="17"/>
                  </a:lnTo>
                  <a:lnTo>
                    <a:pt x="18" y="17"/>
                  </a:lnTo>
                  <a:lnTo>
                    <a:pt x="18" y="0"/>
                  </a:lnTo>
                  <a:lnTo>
                    <a:pt x="22" y="0"/>
                  </a:lnTo>
                  <a:lnTo>
                    <a:pt x="28" y="13"/>
                  </a:lnTo>
                  <a:lnTo>
                    <a:pt x="33" y="0"/>
                  </a:lnTo>
                  <a:lnTo>
                    <a:pt x="37" y="0"/>
                  </a:lnTo>
                  <a:lnTo>
                    <a:pt x="37" y="1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grpSp>
    </p:spTree>
    <p:extLst>
      <p:ext uri="{BB962C8B-B14F-4D97-AF65-F5344CB8AC3E}">
        <p14:creationId xmlns:p14="http://schemas.microsoft.com/office/powerpoint/2010/main" val="4134478183"/>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99FA7-B613-8D2A-1C5F-02D84E282EC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FR"/>
          </a:p>
        </p:txBody>
      </p:sp>
      <p:sp>
        <p:nvSpPr>
          <p:cNvPr id="3" name="Subtitle 2">
            <a:extLst>
              <a:ext uri="{FF2B5EF4-FFF2-40B4-BE49-F238E27FC236}">
                <a16:creationId xmlns:a16="http://schemas.microsoft.com/office/drawing/2014/main" id="{E4724E18-E47D-FF4F-05BA-76ADF33727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FR"/>
          </a:p>
        </p:txBody>
      </p:sp>
      <p:sp>
        <p:nvSpPr>
          <p:cNvPr id="4" name="Date Placeholder 3">
            <a:extLst>
              <a:ext uri="{FF2B5EF4-FFF2-40B4-BE49-F238E27FC236}">
                <a16:creationId xmlns:a16="http://schemas.microsoft.com/office/drawing/2014/main" id="{FF65ECC0-2B78-DCB4-55E6-E743C5466DAA}"/>
              </a:ext>
            </a:extLst>
          </p:cNvPr>
          <p:cNvSpPr>
            <a:spLocks noGrp="1"/>
          </p:cNvSpPr>
          <p:nvPr>
            <p:ph type="dt" sz="half" idx="10"/>
          </p:nvPr>
        </p:nvSpPr>
        <p:spPr/>
        <p:txBody>
          <a:bodyPr/>
          <a:lstStyle/>
          <a:p>
            <a:fld id="{9CF8D01A-467E-8D4C-B701-2288F09182A5}" type="datetimeFigureOut">
              <a:rPr lang="en-FR" smtClean="0"/>
              <a:t>04/09/2024</a:t>
            </a:fld>
            <a:endParaRPr lang="en-FR"/>
          </a:p>
        </p:txBody>
      </p:sp>
      <p:sp>
        <p:nvSpPr>
          <p:cNvPr id="5" name="Footer Placeholder 4">
            <a:extLst>
              <a:ext uri="{FF2B5EF4-FFF2-40B4-BE49-F238E27FC236}">
                <a16:creationId xmlns:a16="http://schemas.microsoft.com/office/drawing/2014/main" id="{F010D6D8-F04B-5B58-32E2-A56C160600DD}"/>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0DD7690B-3662-AC3D-AAA5-22EBC07B4D21}"/>
              </a:ext>
            </a:extLst>
          </p:cNvPr>
          <p:cNvSpPr>
            <a:spLocks noGrp="1"/>
          </p:cNvSpPr>
          <p:nvPr>
            <p:ph type="sldNum" sz="quarter" idx="12"/>
          </p:nvPr>
        </p:nvSpPr>
        <p:spPr/>
        <p:txBody>
          <a:bodyPr/>
          <a:lstStyle/>
          <a:p>
            <a:fld id="{1CEA3F91-EE0F-E843-B57E-554A3293A943}" type="slidenum">
              <a:rPr lang="en-FR" smtClean="0"/>
              <a:t>‹#›</a:t>
            </a:fld>
            <a:endParaRPr lang="en-FR"/>
          </a:p>
        </p:txBody>
      </p:sp>
    </p:spTree>
    <p:extLst>
      <p:ext uri="{BB962C8B-B14F-4D97-AF65-F5344CB8AC3E}">
        <p14:creationId xmlns:p14="http://schemas.microsoft.com/office/powerpoint/2010/main" val="3872577461"/>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re et contenu">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19100" y="1579034"/>
            <a:ext cx="11353800" cy="4487333"/>
          </a:xfrm>
        </p:spPr>
        <p:txBody>
          <a:bodyPr/>
          <a:lstStyle>
            <a:lvl1pPr>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lvl6pPr>
          </a:lstStyle>
          <a:p>
            <a:pPr lvl="0"/>
            <a:r>
              <a:rPr lang="fr-FR" noProof="0" dirty="0"/>
              <a:t>Cliquez pour modifier le texte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a:p>
            <a:pPr lvl="5"/>
            <a:r>
              <a:rPr lang="fr-FR" noProof="0" dirty="0"/>
              <a:t>Sixième niveau</a:t>
            </a:r>
          </a:p>
        </p:txBody>
      </p:sp>
      <p:sp>
        <p:nvSpPr>
          <p:cNvPr id="4" name="Title 3"/>
          <p:cNvSpPr>
            <a:spLocks noGrp="1"/>
          </p:cNvSpPr>
          <p:nvPr>
            <p:ph type="title" hasCustomPrompt="1"/>
          </p:nvPr>
        </p:nvSpPr>
        <p:spPr/>
        <p:txBody>
          <a:bodyPr/>
          <a:lstStyle/>
          <a:p>
            <a:r>
              <a:rPr lang="fr-FR" noProof="0" dirty="0"/>
              <a:t>Cliquez pour modifier le titre</a:t>
            </a:r>
            <a:endParaRPr lang="en-GB" dirty="0"/>
          </a:p>
        </p:txBody>
      </p:sp>
      <p:sp>
        <p:nvSpPr>
          <p:cNvPr id="6" name="TextBox 5"/>
          <p:cNvSpPr txBox="1"/>
          <p:nvPr/>
        </p:nvSpPr>
        <p:spPr>
          <a:xfrm>
            <a:off x="826060" y="6332195"/>
            <a:ext cx="968214" cy="164212"/>
          </a:xfrm>
          <a:prstGeom prst="rect">
            <a:avLst/>
          </a:prstGeom>
          <a:noFill/>
        </p:spPr>
        <p:txBody>
          <a:bodyPr wrap="none" lIns="0" tIns="0" rIns="0" bIns="0" rtlCol="0">
            <a:spAutoFit/>
          </a:bodyPr>
          <a:lstStyle/>
          <a:p>
            <a:r>
              <a:rPr kumimoji="0" lang="fr-FR" sz="1067" b="0" i="0" u="none" strike="noStrike" kern="1200" cap="none" spc="0" normalizeH="0" baseline="0" noProof="0" dirty="0">
                <a:ln>
                  <a:noFill/>
                </a:ln>
                <a:solidFill>
                  <a:schemeClr val="bg2"/>
                </a:solidFill>
                <a:effectLst/>
                <a:uLnTx/>
                <a:uFillTx/>
                <a:latin typeface="Helvetica 75 Bold" panose="020B0804020202020204" pitchFamily="34" charset="0"/>
                <a:ea typeface="+mn-ea"/>
                <a:cs typeface="+mn-cs"/>
              </a:rPr>
              <a:t>Interne Orange</a:t>
            </a:r>
          </a:p>
        </p:txBody>
      </p:sp>
    </p:spTree>
    <p:extLst>
      <p:ext uri="{BB962C8B-B14F-4D97-AF65-F5344CB8AC3E}">
        <p14:creationId xmlns:p14="http://schemas.microsoft.com/office/powerpoint/2010/main" val="1679654813"/>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19102" y="357719"/>
            <a:ext cx="6437997" cy="3069165"/>
          </a:xfrm>
        </p:spPr>
        <p:txBody>
          <a:bodyPr>
            <a:noAutofit/>
          </a:bodyPr>
          <a:lstStyle>
            <a:lvl1pPr algn="l">
              <a:lnSpc>
                <a:spcPct val="85000"/>
              </a:lnSpc>
              <a:defRPr sz="7333" baseline="0">
                <a:solidFill>
                  <a:schemeClr val="tx1"/>
                </a:solidFill>
              </a:defRPr>
            </a:lvl1pPr>
          </a:lstStyle>
          <a:p>
            <a:r>
              <a:rPr lang="fr-FR" noProof="0" dirty="0"/>
              <a:t>Cliquez pour modifier le titre</a:t>
            </a:r>
          </a:p>
        </p:txBody>
      </p:sp>
      <p:sp>
        <p:nvSpPr>
          <p:cNvPr id="17" name="Text Placeholder 17"/>
          <p:cNvSpPr>
            <a:spLocks noGrp="1"/>
          </p:cNvSpPr>
          <p:nvPr>
            <p:ph type="body" sz="quarter" idx="16" hasCustomPrompt="1"/>
          </p:nvPr>
        </p:nvSpPr>
        <p:spPr>
          <a:xfrm>
            <a:off x="7734300" y="355601"/>
            <a:ext cx="4038600" cy="4538133"/>
          </a:xfrm>
        </p:spPr>
        <p:txBody>
          <a:bodyPr/>
          <a:lstStyle>
            <a:lvl1pPr>
              <a:defRPr/>
            </a:lvl1pPr>
          </a:lstStyle>
          <a:p>
            <a:pPr lvl="0"/>
            <a:r>
              <a:rPr lang="fr-FR" noProof="0" dirty="0"/>
              <a:t>Cliquez pour modifier le texte</a:t>
            </a:r>
          </a:p>
          <a:p>
            <a:pPr lvl="1"/>
            <a:r>
              <a:rPr lang="fr-FR" noProof="0" dirty="0"/>
              <a:t>Deuxième niveau</a:t>
            </a:r>
          </a:p>
        </p:txBody>
      </p:sp>
      <p:sp>
        <p:nvSpPr>
          <p:cNvPr id="42" name="Subtitle 2"/>
          <p:cNvSpPr>
            <a:spLocks noGrp="1"/>
          </p:cNvSpPr>
          <p:nvPr>
            <p:ph type="subTitle" idx="1" hasCustomPrompt="1"/>
          </p:nvPr>
        </p:nvSpPr>
        <p:spPr>
          <a:xfrm>
            <a:off x="414250" y="3605525"/>
            <a:ext cx="6441580" cy="1288208"/>
          </a:xfrm>
        </p:spPr>
        <p:txBody>
          <a:bodyPr/>
          <a:lstStyle>
            <a:lvl1pPr marL="0" indent="0" algn="l">
              <a:buNone/>
              <a:defRPr baseline="0">
                <a:solidFill>
                  <a:schemeClr val="tx1"/>
                </a:solidFill>
              </a:defRPr>
            </a:lvl1pPr>
            <a:lvl2pPr marL="241294" indent="-241294" algn="l">
              <a:buClr>
                <a:schemeClr val="bg2"/>
              </a:buClr>
              <a:buSzPct val="100000"/>
              <a:buFont typeface="Wingdings" panose="05000000000000000000" pitchFamily="2" charset="2"/>
              <a:buChar char="§"/>
              <a:defRPr>
                <a:solidFill>
                  <a:schemeClr val="tx1"/>
                </a:solidFill>
              </a:defRPr>
            </a:lvl2pPr>
            <a:lvl3pPr marL="542386" indent="-254394" algn="l">
              <a:spcBef>
                <a:spcPts val="448"/>
              </a:spcBef>
              <a:buClrTx/>
              <a:buFont typeface="Helvetica 55 Roman" panose="020B0604020202020204" pitchFamily="34" charset="0"/>
              <a:buChar char="–"/>
              <a:defRPr>
                <a:solidFill>
                  <a:schemeClr val="tx1"/>
                </a:solidFill>
                <a:latin typeface="Helvetica 55 Roman" panose="020B0604020202020204" pitchFamily="34" charset="0"/>
              </a:defRPr>
            </a:lvl3pPr>
            <a:lvl4pPr marL="791980" indent="-230394" algn="l">
              <a:spcBef>
                <a:spcPts val="32"/>
              </a:spcBef>
              <a:buFont typeface="Helvetica 55 Roman" panose="020B0604020202020204" pitchFamily="34" charset="0"/>
              <a:buChar char="–"/>
              <a:defRPr>
                <a:solidFill>
                  <a:schemeClr val="tx1"/>
                </a:solidFill>
              </a:defRPr>
            </a:lvl4pPr>
            <a:lvl5pPr marL="1065573" indent="-254394" algn="l">
              <a:buFont typeface="Helvetica 55 Roman" panose="020B0604020202020204" pitchFamily="34" charset="0"/>
              <a:buChar char="–"/>
              <a:defRPr>
                <a:solidFill>
                  <a:schemeClr val="tx1"/>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fr-FR" dirty="0"/>
              <a:t>Cliquez pour modifier le nom du présentateur</a:t>
            </a:r>
          </a:p>
        </p:txBody>
      </p:sp>
      <p:grpSp>
        <p:nvGrpSpPr>
          <p:cNvPr id="3" name="Group 2"/>
          <p:cNvGrpSpPr/>
          <p:nvPr/>
        </p:nvGrpSpPr>
        <p:grpSpPr>
          <a:xfrm>
            <a:off x="418048" y="5645152"/>
            <a:ext cx="817033" cy="817033"/>
            <a:chOff x="313535" y="4233863"/>
            <a:chExt cx="612775" cy="612775"/>
          </a:xfrm>
        </p:grpSpPr>
        <p:sp>
          <p:nvSpPr>
            <p:cNvPr id="43" name="Rectangle 5"/>
            <p:cNvSpPr>
              <a:spLocks noChangeArrowheads="1"/>
            </p:cNvSpPr>
            <p:nvPr/>
          </p:nvSpPr>
          <p:spPr bwMode="auto">
            <a:xfrm>
              <a:off x="313535" y="4233863"/>
              <a:ext cx="612775" cy="612775"/>
            </a:xfrm>
            <a:prstGeom prst="rect">
              <a:avLst/>
            </a:prstGeom>
            <a:solidFill>
              <a:srgbClr val="FF79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44" name="Freeform 6"/>
            <p:cNvSpPr>
              <a:spLocks noEditPoints="1"/>
            </p:cNvSpPr>
            <p:nvPr/>
          </p:nvSpPr>
          <p:spPr bwMode="auto">
            <a:xfrm>
              <a:off x="500860" y="4708526"/>
              <a:ext cx="74613" cy="87313"/>
            </a:xfrm>
            <a:custGeom>
              <a:avLst/>
              <a:gdLst>
                <a:gd name="T0" fmla="*/ 66 w 93"/>
                <a:gd name="T1" fmla="*/ 99 h 109"/>
                <a:gd name="T2" fmla="*/ 31 w 93"/>
                <a:gd name="T3" fmla="*/ 109 h 109"/>
                <a:gd name="T4" fmla="*/ 0 w 93"/>
                <a:gd name="T5" fmla="*/ 79 h 109"/>
                <a:gd name="T6" fmla="*/ 66 w 93"/>
                <a:gd name="T7" fmla="*/ 37 h 109"/>
                <a:gd name="T8" fmla="*/ 66 w 93"/>
                <a:gd name="T9" fmla="*/ 32 h 109"/>
                <a:gd name="T10" fmla="*/ 49 w 93"/>
                <a:gd name="T11" fmla="*/ 19 h 109"/>
                <a:gd name="T12" fmla="*/ 24 w 93"/>
                <a:gd name="T13" fmla="*/ 32 h 109"/>
                <a:gd name="T14" fmla="*/ 5 w 93"/>
                <a:gd name="T15" fmla="*/ 21 h 109"/>
                <a:gd name="T16" fmla="*/ 50 w 93"/>
                <a:gd name="T17" fmla="*/ 0 h 109"/>
                <a:gd name="T18" fmla="*/ 93 w 93"/>
                <a:gd name="T19" fmla="*/ 32 h 109"/>
                <a:gd name="T20" fmla="*/ 93 w 93"/>
                <a:gd name="T21" fmla="*/ 108 h 109"/>
                <a:gd name="T22" fmla="*/ 68 w 93"/>
                <a:gd name="T23" fmla="*/ 108 h 109"/>
                <a:gd name="T24" fmla="*/ 66 w 93"/>
                <a:gd name="T25" fmla="*/ 99 h 109"/>
                <a:gd name="T26" fmla="*/ 27 w 93"/>
                <a:gd name="T27" fmla="*/ 77 h 109"/>
                <a:gd name="T28" fmla="*/ 39 w 93"/>
                <a:gd name="T29" fmla="*/ 90 h 109"/>
                <a:gd name="T30" fmla="*/ 65 w 93"/>
                <a:gd name="T31" fmla="*/ 79 h 109"/>
                <a:gd name="T32" fmla="*/ 65 w 93"/>
                <a:gd name="T33" fmla="*/ 54 h 109"/>
                <a:gd name="T34" fmla="*/ 27 w 93"/>
                <a:gd name="T35" fmla="*/ 77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 h="109">
                  <a:moveTo>
                    <a:pt x="66" y="99"/>
                  </a:moveTo>
                  <a:cubicBezTo>
                    <a:pt x="55" y="106"/>
                    <a:pt x="43" y="109"/>
                    <a:pt x="31" y="109"/>
                  </a:cubicBezTo>
                  <a:cubicBezTo>
                    <a:pt x="11" y="109"/>
                    <a:pt x="0" y="96"/>
                    <a:pt x="0" y="79"/>
                  </a:cubicBezTo>
                  <a:cubicBezTo>
                    <a:pt x="0" y="55"/>
                    <a:pt x="21" y="42"/>
                    <a:pt x="66" y="37"/>
                  </a:cubicBezTo>
                  <a:cubicBezTo>
                    <a:pt x="66" y="32"/>
                    <a:pt x="66" y="32"/>
                    <a:pt x="66" y="32"/>
                  </a:cubicBezTo>
                  <a:cubicBezTo>
                    <a:pt x="66" y="24"/>
                    <a:pt x="60" y="19"/>
                    <a:pt x="49" y="19"/>
                  </a:cubicBezTo>
                  <a:cubicBezTo>
                    <a:pt x="39" y="19"/>
                    <a:pt x="30" y="24"/>
                    <a:pt x="24" y="32"/>
                  </a:cubicBezTo>
                  <a:cubicBezTo>
                    <a:pt x="5" y="21"/>
                    <a:pt x="5" y="21"/>
                    <a:pt x="5" y="21"/>
                  </a:cubicBezTo>
                  <a:cubicBezTo>
                    <a:pt x="15" y="7"/>
                    <a:pt x="30" y="0"/>
                    <a:pt x="50" y="0"/>
                  </a:cubicBezTo>
                  <a:cubicBezTo>
                    <a:pt x="77" y="0"/>
                    <a:pt x="93" y="12"/>
                    <a:pt x="93" y="32"/>
                  </a:cubicBezTo>
                  <a:cubicBezTo>
                    <a:pt x="93" y="32"/>
                    <a:pt x="93" y="108"/>
                    <a:pt x="93" y="108"/>
                  </a:cubicBezTo>
                  <a:cubicBezTo>
                    <a:pt x="68" y="108"/>
                    <a:pt x="68" y="108"/>
                    <a:pt x="68" y="108"/>
                  </a:cubicBezTo>
                  <a:lnTo>
                    <a:pt x="66" y="99"/>
                  </a:lnTo>
                  <a:close/>
                  <a:moveTo>
                    <a:pt x="27" y="77"/>
                  </a:moveTo>
                  <a:cubicBezTo>
                    <a:pt x="27" y="84"/>
                    <a:pt x="31" y="90"/>
                    <a:pt x="39" y="90"/>
                  </a:cubicBezTo>
                  <a:cubicBezTo>
                    <a:pt x="48" y="90"/>
                    <a:pt x="57" y="87"/>
                    <a:pt x="65" y="79"/>
                  </a:cubicBezTo>
                  <a:cubicBezTo>
                    <a:pt x="65" y="54"/>
                    <a:pt x="65" y="54"/>
                    <a:pt x="65" y="54"/>
                  </a:cubicBezTo>
                  <a:cubicBezTo>
                    <a:pt x="39" y="57"/>
                    <a:pt x="27" y="64"/>
                    <a:pt x="27" y="7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45" name="Freeform 7"/>
            <p:cNvSpPr>
              <a:spLocks/>
            </p:cNvSpPr>
            <p:nvPr/>
          </p:nvSpPr>
          <p:spPr bwMode="auto">
            <a:xfrm>
              <a:off x="592935" y="4708526"/>
              <a:ext cx="76200" cy="87313"/>
            </a:xfrm>
            <a:custGeom>
              <a:avLst/>
              <a:gdLst>
                <a:gd name="T0" fmla="*/ 0 w 94"/>
                <a:gd name="T1" fmla="*/ 5 h 108"/>
                <a:gd name="T2" fmla="*/ 23 w 94"/>
                <a:gd name="T3" fmla="*/ 2 h 108"/>
                <a:gd name="T4" fmla="*/ 25 w 94"/>
                <a:gd name="T5" fmla="*/ 15 h 108"/>
                <a:gd name="T6" fmla="*/ 61 w 94"/>
                <a:gd name="T7" fmla="*/ 0 h 108"/>
                <a:gd name="T8" fmla="*/ 94 w 94"/>
                <a:gd name="T9" fmla="*/ 34 h 108"/>
                <a:gd name="T10" fmla="*/ 94 w 94"/>
                <a:gd name="T11" fmla="*/ 108 h 108"/>
                <a:gd name="T12" fmla="*/ 66 w 94"/>
                <a:gd name="T13" fmla="*/ 108 h 108"/>
                <a:gd name="T14" fmla="*/ 66 w 94"/>
                <a:gd name="T15" fmla="*/ 39 h 108"/>
                <a:gd name="T16" fmla="*/ 53 w 94"/>
                <a:gd name="T17" fmla="*/ 21 h 108"/>
                <a:gd name="T18" fmla="*/ 27 w 94"/>
                <a:gd name="T19" fmla="*/ 32 h 108"/>
                <a:gd name="T20" fmla="*/ 27 w 94"/>
                <a:gd name="T21" fmla="*/ 108 h 108"/>
                <a:gd name="T22" fmla="*/ 0 w 94"/>
                <a:gd name="T23" fmla="*/ 108 h 108"/>
                <a:gd name="T24" fmla="*/ 0 w 94"/>
                <a:gd name="T25" fmla="*/ 5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4" h="108">
                  <a:moveTo>
                    <a:pt x="0" y="5"/>
                  </a:moveTo>
                  <a:cubicBezTo>
                    <a:pt x="23" y="2"/>
                    <a:pt x="23" y="2"/>
                    <a:pt x="23" y="2"/>
                  </a:cubicBezTo>
                  <a:cubicBezTo>
                    <a:pt x="25" y="15"/>
                    <a:pt x="25" y="15"/>
                    <a:pt x="25" y="15"/>
                  </a:cubicBezTo>
                  <a:cubicBezTo>
                    <a:pt x="38" y="5"/>
                    <a:pt x="48" y="0"/>
                    <a:pt x="61" y="0"/>
                  </a:cubicBezTo>
                  <a:cubicBezTo>
                    <a:pt x="83" y="0"/>
                    <a:pt x="94" y="12"/>
                    <a:pt x="94" y="34"/>
                  </a:cubicBezTo>
                  <a:cubicBezTo>
                    <a:pt x="94" y="108"/>
                    <a:pt x="94" y="108"/>
                    <a:pt x="94" y="108"/>
                  </a:cubicBezTo>
                  <a:cubicBezTo>
                    <a:pt x="66" y="108"/>
                    <a:pt x="66" y="108"/>
                    <a:pt x="66" y="108"/>
                  </a:cubicBezTo>
                  <a:cubicBezTo>
                    <a:pt x="66" y="39"/>
                    <a:pt x="66" y="39"/>
                    <a:pt x="66" y="39"/>
                  </a:cubicBezTo>
                  <a:cubicBezTo>
                    <a:pt x="66" y="26"/>
                    <a:pt x="63" y="21"/>
                    <a:pt x="53" y="21"/>
                  </a:cubicBezTo>
                  <a:cubicBezTo>
                    <a:pt x="45" y="21"/>
                    <a:pt x="36" y="24"/>
                    <a:pt x="27" y="32"/>
                  </a:cubicBezTo>
                  <a:cubicBezTo>
                    <a:pt x="27" y="108"/>
                    <a:pt x="27" y="108"/>
                    <a:pt x="27" y="108"/>
                  </a:cubicBezTo>
                  <a:cubicBezTo>
                    <a:pt x="0" y="108"/>
                    <a:pt x="0" y="108"/>
                    <a:pt x="0" y="108"/>
                  </a:cubicBezTo>
                  <a:lnTo>
                    <a:pt x="0" y="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46" name="Freeform 8"/>
            <p:cNvSpPr>
              <a:spLocks noEditPoints="1"/>
            </p:cNvSpPr>
            <p:nvPr/>
          </p:nvSpPr>
          <p:spPr bwMode="auto">
            <a:xfrm>
              <a:off x="778673" y="4708526"/>
              <a:ext cx="79375" cy="88900"/>
            </a:xfrm>
            <a:custGeom>
              <a:avLst/>
              <a:gdLst>
                <a:gd name="T0" fmla="*/ 50 w 98"/>
                <a:gd name="T1" fmla="*/ 110 h 110"/>
                <a:gd name="T2" fmla="*/ 0 w 98"/>
                <a:gd name="T3" fmla="*/ 55 h 110"/>
                <a:gd name="T4" fmla="*/ 49 w 98"/>
                <a:gd name="T5" fmla="*/ 0 h 110"/>
                <a:gd name="T6" fmla="*/ 98 w 98"/>
                <a:gd name="T7" fmla="*/ 54 h 110"/>
                <a:gd name="T8" fmla="*/ 97 w 98"/>
                <a:gd name="T9" fmla="*/ 59 h 110"/>
                <a:gd name="T10" fmla="*/ 27 w 98"/>
                <a:gd name="T11" fmla="*/ 59 h 110"/>
                <a:gd name="T12" fmla="*/ 52 w 98"/>
                <a:gd name="T13" fmla="*/ 89 h 110"/>
                <a:gd name="T14" fmla="*/ 76 w 98"/>
                <a:gd name="T15" fmla="*/ 76 h 110"/>
                <a:gd name="T16" fmla="*/ 96 w 98"/>
                <a:gd name="T17" fmla="*/ 87 h 110"/>
                <a:gd name="T18" fmla="*/ 50 w 98"/>
                <a:gd name="T19" fmla="*/ 110 h 110"/>
                <a:gd name="T20" fmla="*/ 70 w 98"/>
                <a:gd name="T21" fmla="*/ 41 h 110"/>
                <a:gd name="T22" fmla="*/ 49 w 98"/>
                <a:gd name="T23" fmla="*/ 19 h 110"/>
                <a:gd name="T24" fmla="*/ 28 w 98"/>
                <a:gd name="T25" fmla="*/ 41 h 110"/>
                <a:gd name="T26" fmla="*/ 70 w 98"/>
                <a:gd name="T27" fmla="*/ 41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8" h="110">
                  <a:moveTo>
                    <a:pt x="50" y="110"/>
                  </a:moveTo>
                  <a:cubicBezTo>
                    <a:pt x="19" y="110"/>
                    <a:pt x="0" y="90"/>
                    <a:pt x="0" y="55"/>
                  </a:cubicBezTo>
                  <a:cubicBezTo>
                    <a:pt x="0" y="20"/>
                    <a:pt x="19" y="0"/>
                    <a:pt x="49" y="0"/>
                  </a:cubicBezTo>
                  <a:cubicBezTo>
                    <a:pt x="80" y="0"/>
                    <a:pt x="98" y="20"/>
                    <a:pt x="98" y="54"/>
                  </a:cubicBezTo>
                  <a:cubicBezTo>
                    <a:pt x="98" y="56"/>
                    <a:pt x="97" y="57"/>
                    <a:pt x="97" y="59"/>
                  </a:cubicBezTo>
                  <a:cubicBezTo>
                    <a:pt x="27" y="59"/>
                    <a:pt x="27" y="59"/>
                    <a:pt x="27" y="59"/>
                  </a:cubicBezTo>
                  <a:cubicBezTo>
                    <a:pt x="28" y="79"/>
                    <a:pt x="36" y="89"/>
                    <a:pt x="52" y="89"/>
                  </a:cubicBezTo>
                  <a:cubicBezTo>
                    <a:pt x="63" y="89"/>
                    <a:pt x="70" y="85"/>
                    <a:pt x="76" y="76"/>
                  </a:cubicBezTo>
                  <a:cubicBezTo>
                    <a:pt x="96" y="87"/>
                    <a:pt x="96" y="87"/>
                    <a:pt x="96" y="87"/>
                  </a:cubicBezTo>
                  <a:cubicBezTo>
                    <a:pt x="87" y="102"/>
                    <a:pt x="71" y="110"/>
                    <a:pt x="50" y="110"/>
                  </a:cubicBezTo>
                  <a:close/>
                  <a:moveTo>
                    <a:pt x="70" y="41"/>
                  </a:moveTo>
                  <a:cubicBezTo>
                    <a:pt x="70" y="27"/>
                    <a:pt x="62" y="19"/>
                    <a:pt x="49" y="19"/>
                  </a:cubicBezTo>
                  <a:cubicBezTo>
                    <a:pt x="37" y="19"/>
                    <a:pt x="29" y="27"/>
                    <a:pt x="28" y="41"/>
                  </a:cubicBezTo>
                  <a:lnTo>
                    <a:pt x="70" y="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47" name="Freeform 9"/>
            <p:cNvSpPr>
              <a:spLocks noEditPoints="1"/>
            </p:cNvSpPr>
            <p:nvPr/>
          </p:nvSpPr>
          <p:spPr bwMode="auto">
            <a:xfrm>
              <a:off x="346873" y="4708526"/>
              <a:ext cx="84138" cy="88900"/>
            </a:xfrm>
            <a:custGeom>
              <a:avLst/>
              <a:gdLst>
                <a:gd name="T0" fmla="*/ 52 w 104"/>
                <a:gd name="T1" fmla="*/ 111 h 111"/>
                <a:gd name="T2" fmla="*/ 0 w 104"/>
                <a:gd name="T3" fmla="*/ 55 h 111"/>
                <a:gd name="T4" fmla="*/ 52 w 104"/>
                <a:gd name="T5" fmla="*/ 0 h 111"/>
                <a:gd name="T6" fmla="*/ 104 w 104"/>
                <a:gd name="T7" fmla="*/ 55 h 111"/>
                <a:gd name="T8" fmla="*/ 52 w 104"/>
                <a:gd name="T9" fmla="*/ 111 h 111"/>
                <a:gd name="T10" fmla="*/ 52 w 104"/>
                <a:gd name="T11" fmla="*/ 23 h 111"/>
                <a:gd name="T12" fmla="*/ 28 w 104"/>
                <a:gd name="T13" fmla="*/ 55 h 111"/>
                <a:gd name="T14" fmla="*/ 52 w 104"/>
                <a:gd name="T15" fmla="*/ 87 h 111"/>
                <a:gd name="T16" fmla="*/ 77 w 104"/>
                <a:gd name="T17" fmla="*/ 55 h 111"/>
                <a:gd name="T18" fmla="*/ 52 w 104"/>
                <a:gd name="T19" fmla="*/ 2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4" h="111">
                  <a:moveTo>
                    <a:pt x="52" y="111"/>
                  </a:moveTo>
                  <a:cubicBezTo>
                    <a:pt x="25" y="111"/>
                    <a:pt x="0" y="93"/>
                    <a:pt x="0" y="55"/>
                  </a:cubicBezTo>
                  <a:cubicBezTo>
                    <a:pt x="0" y="17"/>
                    <a:pt x="25" y="0"/>
                    <a:pt x="52" y="0"/>
                  </a:cubicBezTo>
                  <a:cubicBezTo>
                    <a:pt x="79" y="0"/>
                    <a:pt x="104" y="17"/>
                    <a:pt x="104" y="55"/>
                  </a:cubicBezTo>
                  <a:cubicBezTo>
                    <a:pt x="104" y="93"/>
                    <a:pt x="79" y="111"/>
                    <a:pt x="52" y="111"/>
                  </a:cubicBezTo>
                  <a:close/>
                  <a:moveTo>
                    <a:pt x="52" y="23"/>
                  </a:moveTo>
                  <a:cubicBezTo>
                    <a:pt x="31" y="23"/>
                    <a:pt x="28" y="42"/>
                    <a:pt x="28" y="55"/>
                  </a:cubicBezTo>
                  <a:cubicBezTo>
                    <a:pt x="28" y="69"/>
                    <a:pt x="31" y="87"/>
                    <a:pt x="52" y="87"/>
                  </a:cubicBezTo>
                  <a:cubicBezTo>
                    <a:pt x="73" y="87"/>
                    <a:pt x="77" y="69"/>
                    <a:pt x="77" y="55"/>
                  </a:cubicBezTo>
                  <a:cubicBezTo>
                    <a:pt x="77" y="42"/>
                    <a:pt x="73" y="23"/>
                    <a:pt x="52" y="2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48" name="Freeform 10"/>
            <p:cNvSpPr>
              <a:spLocks/>
            </p:cNvSpPr>
            <p:nvPr/>
          </p:nvSpPr>
          <p:spPr bwMode="auto">
            <a:xfrm>
              <a:off x="446885" y="4708526"/>
              <a:ext cx="47625" cy="87313"/>
            </a:xfrm>
            <a:custGeom>
              <a:avLst/>
              <a:gdLst>
                <a:gd name="T0" fmla="*/ 0 w 59"/>
                <a:gd name="T1" fmla="*/ 3 h 108"/>
                <a:gd name="T2" fmla="*/ 26 w 59"/>
                <a:gd name="T3" fmla="*/ 3 h 108"/>
                <a:gd name="T4" fmla="*/ 26 w 59"/>
                <a:gd name="T5" fmla="*/ 15 h 108"/>
                <a:gd name="T6" fmla="*/ 55 w 59"/>
                <a:gd name="T7" fmla="*/ 0 h 108"/>
                <a:gd name="T8" fmla="*/ 59 w 59"/>
                <a:gd name="T9" fmla="*/ 1 h 108"/>
                <a:gd name="T10" fmla="*/ 59 w 59"/>
                <a:gd name="T11" fmla="*/ 27 h 108"/>
                <a:gd name="T12" fmla="*/ 58 w 59"/>
                <a:gd name="T13" fmla="*/ 27 h 108"/>
                <a:gd name="T14" fmla="*/ 28 w 59"/>
                <a:gd name="T15" fmla="*/ 38 h 108"/>
                <a:gd name="T16" fmla="*/ 28 w 59"/>
                <a:gd name="T17" fmla="*/ 108 h 108"/>
                <a:gd name="T18" fmla="*/ 0 w 59"/>
                <a:gd name="T19" fmla="*/ 108 h 108"/>
                <a:gd name="T20" fmla="*/ 0 w 59"/>
                <a:gd name="T21" fmla="*/ 3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108">
                  <a:moveTo>
                    <a:pt x="0" y="3"/>
                  </a:moveTo>
                  <a:cubicBezTo>
                    <a:pt x="26" y="3"/>
                    <a:pt x="26" y="3"/>
                    <a:pt x="26" y="3"/>
                  </a:cubicBezTo>
                  <a:cubicBezTo>
                    <a:pt x="26" y="15"/>
                    <a:pt x="26" y="15"/>
                    <a:pt x="26" y="15"/>
                  </a:cubicBezTo>
                  <a:cubicBezTo>
                    <a:pt x="31" y="8"/>
                    <a:pt x="44" y="0"/>
                    <a:pt x="55" y="0"/>
                  </a:cubicBezTo>
                  <a:cubicBezTo>
                    <a:pt x="57" y="0"/>
                    <a:pt x="58" y="0"/>
                    <a:pt x="59" y="1"/>
                  </a:cubicBezTo>
                  <a:cubicBezTo>
                    <a:pt x="59" y="27"/>
                    <a:pt x="59" y="27"/>
                    <a:pt x="59" y="27"/>
                  </a:cubicBezTo>
                  <a:cubicBezTo>
                    <a:pt x="59" y="27"/>
                    <a:pt x="58" y="27"/>
                    <a:pt x="58" y="27"/>
                  </a:cubicBezTo>
                  <a:cubicBezTo>
                    <a:pt x="46" y="27"/>
                    <a:pt x="32" y="28"/>
                    <a:pt x="28" y="38"/>
                  </a:cubicBezTo>
                  <a:cubicBezTo>
                    <a:pt x="28" y="108"/>
                    <a:pt x="28" y="108"/>
                    <a:pt x="28" y="108"/>
                  </a:cubicBezTo>
                  <a:cubicBezTo>
                    <a:pt x="0" y="108"/>
                    <a:pt x="0" y="108"/>
                    <a:pt x="0" y="108"/>
                  </a:cubicBezTo>
                  <a:lnTo>
                    <a:pt x="0" y="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49" name="Freeform 11"/>
            <p:cNvSpPr>
              <a:spLocks noEditPoints="1"/>
            </p:cNvSpPr>
            <p:nvPr/>
          </p:nvSpPr>
          <p:spPr bwMode="auto">
            <a:xfrm>
              <a:off x="685010" y="4708526"/>
              <a:ext cx="79375" cy="120650"/>
            </a:xfrm>
            <a:custGeom>
              <a:avLst/>
              <a:gdLst>
                <a:gd name="T0" fmla="*/ 49 w 98"/>
                <a:gd name="T1" fmla="*/ 85 h 149"/>
                <a:gd name="T2" fmla="*/ 72 w 98"/>
                <a:gd name="T3" fmla="*/ 50 h 149"/>
                <a:gd name="T4" fmla="*/ 49 w 98"/>
                <a:gd name="T5" fmla="*/ 20 h 149"/>
                <a:gd name="T6" fmla="*/ 28 w 98"/>
                <a:gd name="T7" fmla="*/ 51 h 149"/>
                <a:gd name="T8" fmla="*/ 49 w 98"/>
                <a:gd name="T9" fmla="*/ 85 h 149"/>
                <a:gd name="T10" fmla="*/ 98 w 98"/>
                <a:gd name="T11" fmla="*/ 2 h 149"/>
                <a:gd name="T12" fmla="*/ 98 w 98"/>
                <a:gd name="T13" fmla="*/ 102 h 149"/>
                <a:gd name="T14" fmla="*/ 47 w 98"/>
                <a:gd name="T15" fmla="*/ 149 h 149"/>
                <a:gd name="T16" fmla="*/ 3 w 98"/>
                <a:gd name="T17" fmla="*/ 123 h 149"/>
                <a:gd name="T18" fmla="*/ 30 w 98"/>
                <a:gd name="T19" fmla="*/ 118 h 149"/>
                <a:gd name="T20" fmla="*/ 50 w 98"/>
                <a:gd name="T21" fmla="*/ 128 h 149"/>
                <a:gd name="T22" fmla="*/ 72 w 98"/>
                <a:gd name="T23" fmla="*/ 105 h 149"/>
                <a:gd name="T24" fmla="*/ 72 w 98"/>
                <a:gd name="T25" fmla="*/ 93 h 149"/>
                <a:gd name="T26" fmla="*/ 71 w 98"/>
                <a:gd name="T27" fmla="*/ 92 h 149"/>
                <a:gd name="T28" fmla="*/ 44 w 98"/>
                <a:gd name="T29" fmla="*/ 108 h 149"/>
                <a:gd name="T30" fmla="*/ 0 w 98"/>
                <a:gd name="T31" fmla="*/ 55 h 149"/>
                <a:gd name="T32" fmla="*/ 42 w 98"/>
                <a:gd name="T33" fmla="*/ 0 h 149"/>
                <a:gd name="T34" fmla="*/ 73 w 98"/>
                <a:gd name="T35" fmla="*/ 15 h 149"/>
                <a:gd name="T36" fmla="*/ 73 w 98"/>
                <a:gd name="T37" fmla="*/ 15 h 149"/>
                <a:gd name="T38" fmla="*/ 75 w 98"/>
                <a:gd name="T39" fmla="*/ 2 h 149"/>
                <a:gd name="T40" fmla="*/ 98 w 98"/>
                <a:gd name="T41" fmla="*/ 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8" h="149">
                  <a:moveTo>
                    <a:pt x="49" y="85"/>
                  </a:moveTo>
                  <a:cubicBezTo>
                    <a:pt x="70" y="85"/>
                    <a:pt x="72" y="64"/>
                    <a:pt x="72" y="50"/>
                  </a:cubicBezTo>
                  <a:cubicBezTo>
                    <a:pt x="72" y="33"/>
                    <a:pt x="64" y="20"/>
                    <a:pt x="49" y="20"/>
                  </a:cubicBezTo>
                  <a:cubicBezTo>
                    <a:pt x="39" y="20"/>
                    <a:pt x="28" y="27"/>
                    <a:pt x="28" y="51"/>
                  </a:cubicBezTo>
                  <a:cubicBezTo>
                    <a:pt x="28" y="64"/>
                    <a:pt x="29" y="85"/>
                    <a:pt x="49" y="85"/>
                  </a:cubicBezTo>
                  <a:close/>
                  <a:moveTo>
                    <a:pt x="98" y="2"/>
                  </a:moveTo>
                  <a:cubicBezTo>
                    <a:pt x="98" y="102"/>
                    <a:pt x="98" y="102"/>
                    <a:pt x="98" y="102"/>
                  </a:cubicBezTo>
                  <a:cubicBezTo>
                    <a:pt x="98" y="119"/>
                    <a:pt x="97" y="148"/>
                    <a:pt x="47" y="149"/>
                  </a:cubicBezTo>
                  <a:cubicBezTo>
                    <a:pt x="26" y="149"/>
                    <a:pt x="7" y="141"/>
                    <a:pt x="3" y="123"/>
                  </a:cubicBezTo>
                  <a:cubicBezTo>
                    <a:pt x="30" y="118"/>
                    <a:pt x="30" y="118"/>
                    <a:pt x="30" y="118"/>
                  </a:cubicBezTo>
                  <a:cubicBezTo>
                    <a:pt x="32" y="123"/>
                    <a:pt x="35" y="128"/>
                    <a:pt x="50" y="128"/>
                  </a:cubicBezTo>
                  <a:cubicBezTo>
                    <a:pt x="65" y="128"/>
                    <a:pt x="72" y="122"/>
                    <a:pt x="72" y="105"/>
                  </a:cubicBezTo>
                  <a:cubicBezTo>
                    <a:pt x="72" y="93"/>
                    <a:pt x="72" y="93"/>
                    <a:pt x="72" y="93"/>
                  </a:cubicBezTo>
                  <a:cubicBezTo>
                    <a:pt x="71" y="92"/>
                    <a:pt x="71" y="92"/>
                    <a:pt x="71" y="92"/>
                  </a:cubicBezTo>
                  <a:cubicBezTo>
                    <a:pt x="67" y="100"/>
                    <a:pt x="60" y="108"/>
                    <a:pt x="44" y="108"/>
                  </a:cubicBezTo>
                  <a:cubicBezTo>
                    <a:pt x="19" y="108"/>
                    <a:pt x="0" y="91"/>
                    <a:pt x="0" y="55"/>
                  </a:cubicBezTo>
                  <a:cubicBezTo>
                    <a:pt x="0" y="20"/>
                    <a:pt x="20" y="0"/>
                    <a:pt x="42" y="0"/>
                  </a:cubicBezTo>
                  <a:cubicBezTo>
                    <a:pt x="63" y="0"/>
                    <a:pt x="71" y="10"/>
                    <a:pt x="73" y="15"/>
                  </a:cubicBezTo>
                  <a:cubicBezTo>
                    <a:pt x="73" y="15"/>
                    <a:pt x="73" y="15"/>
                    <a:pt x="73" y="15"/>
                  </a:cubicBezTo>
                  <a:cubicBezTo>
                    <a:pt x="75" y="2"/>
                    <a:pt x="75" y="2"/>
                    <a:pt x="75" y="2"/>
                  </a:cubicBezTo>
                  <a:lnTo>
                    <a:pt x="98" y="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50" name="Freeform 12"/>
            <p:cNvSpPr>
              <a:spLocks noEditPoints="1"/>
            </p:cNvSpPr>
            <p:nvPr/>
          </p:nvSpPr>
          <p:spPr bwMode="auto">
            <a:xfrm>
              <a:off x="843760" y="4678363"/>
              <a:ext cx="58738" cy="26988"/>
            </a:xfrm>
            <a:custGeom>
              <a:avLst/>
              <a:gdLst>
                <a:gd name="T0" fmla="*/ 14 w 37"/>
                <a:gd name="T1" fmla="*/ 2 h 17"/>
                <a:gd name="T2" fmla="*/ 9 w 37"/>
                <a:gd name="T3" fmla="*/ 2 h 17"/>
                <a:gd name="T4" fmla="*/ 9 w 37"/>
                <a:gd name="T5" fmla="*/ 17 h 17"/>
                <a:gd name="T6" fmla="*/ 6 w 37"/>
                <a:gd name="T7" fmla="*/ 17 h 17"/>
                <a:gd name="T8" fmla="*/ 6 w 37"/>
                <a:gd name="T9" fmla="*/ 2 h 17"/>
                <a:gd name="T10" fmla="*/ 0 w 37"/>
                <a:gd name="T11" fmla="*/ 2 h 17"/>
                <a:gd name="T12" fmla="*/ 0 w 37"/>
                <a:gd name="T13" fmla="*/ 0 h 17"/>
                <a:gd name="T14" fmla="*/ 14 w 37"/>
                <a:gd name="T15" fmla="*/ 0 h 17"/>
                <a:gd name="T16" fmla="*/ 14 w 37"/>
                <a:gd name="T17" fmla="*/ 2 h 17"/>
                <a:gd name="T18" fmla="*/ 37 w 37"/>
                <a:gd name="T19" fmla="*/ 17 h 17"/>
                <a:gd name="T20" fmla="*/ 34 w 37"/>
                <a:gd name="T21" fmla="*/ 17 h 17"/>
                <a:gd name="T22" fmla="*/ 34 w 37"/>
                <a:gd name="T23" fmla="*/ 2 h 17"/>
                <a:gd name="T24" fmla="*/ 34 w 37"/>
                <a:gd name="T25" fmla="*/ 2 h 17"/>
                <a:gd name="T26" fmla="*/ 29 w 37"/>
                <a:gd name="T27" fmla="*/ 17 h 17"/>
                <a:gd name="T28" fmla="*/ 27 w 37"/>
                <a:gd name="T29" fmla="*/ 17 h 17"/>
                <a:gd name="T30" fmla="*/ 21 w 37"/>
                <a:gd name="T31" fmla="*/ 2 h 17"/>
                <a:gd name="T32" fmla="*/ 20 w 37"/>
                <a:gd name="T33" fmla="*/ 2 h 17"/>
                <a:gd name="T34" fmla="*/ 20 w 37"/>
                <a:gd name="T35" fmla="*/ 17 h 17"/>
                <a:gd name="T36" fmla="*/ 18 w 37"/>
                <a:gd name="T37" fmla="*/ 17 h 17"/>
                <a:gd name="T38" fmla="*/ 18 w 37"/>
                <a:gd name="T39" fmla="*/ 0 h 17"/>
                <a:gd name="T40" fmla="*/ 22 w 37"/>
                <a:gd name="T41" fmla="*/ 0 h 17"/>
                <a:gd name="T42" fmla="*/ 28 w 37"/>
                <a:gd name="T43" fmla="*/ 13 h 17"/>
                <a:gd name="T44" fmla="*/ 33 w 37"/>
                <a:gd name="T45" fmla="*/ 0 h 17"/>
                <a:gd name="T46" fmla="*/ 37 w 37"/>
                <a:gd name="T47" fmla="*/ 0 h 17"/>
                <a:gd name="T48" fmla="*/ 37 w 37"/>
                <a:gd name="T49"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7" h="17">
                  <a:moveTo>
                    <a:pt x="14" y="2"/>
                  </a:moveTo>
                  <a:lnTo>
                    <a:pt x="9" y="2"/>
                  </a:lnTo>
                  <a:lnTo>
                    <a:pt x="9" y="17"/>
                  </a:lnTo>
                  <a:lnTo>
                    <a:pt x="6" y="17"/>
                  </a:lnTo>
                  <a:lnTo>
                    <a:pt x="6" y="2"/>
                  </a:lnTo>
                  <a:lnTo>
                    <a:pt x="0" y="2"/>
                  </a:lnTo>
                  <a:lnTo>
                    <a:pt x="0" y="0"/>
                  </a:lnTo>
                  <a:lnTo>
                    <a:pt x="14" y="0"/>
                  </a:lnTo>
                  <a:lnTo>
                    <a:pt x="14" y="2"/>
                  </a:lnTo>
                  <a:close/>
                  <a:moveTo>
                    <a:pt x="37" y="17"/>
                  </a:moveTo>
                  <a:lnTo>
                    <a:pt x="34" y="17"/>
                  </a:lnTo>
                  <a:lnTo>
                    <a:pt x="34" y="2"/>
                  </a:lnTo>
                  <a:lnTo>
                    <a:pt x="34" y="2"/>
                  </a:lnTo>
                  <a:lnTo>
                    <a:pt x="29" y="17"/>
                  </a:lnTo>
                  <a:lnTo>
                    <a:pt x="27" y="17"/>
                  </a:lnTo>
                  <a:lnTo>
                    <a:pt x="21" y="2"/>
                  </a:lnTo>
                  <a:lnTo>
                    <a:pt x="20" y="2"/>
                  </a:lnTo>
                  <a:lnTo>
                    <a:pt x="20" y="17"/>
                  </a:lnTo>
                  <a:lnTo>
                    <a:pt x="18" y="17"/>
                  </a:lnTo>
                  <a:lnTo>
                    <a:pt x="18" y="0"/>
                  </a:lnTo>
                  <a:lnTo>
                    <a:pt x="22" y="0"/>
                  </a:lnTo>
                  <a:lnTo>
                    <a:pt x="28" y="13"/>
                  </a:lnTo>
                  <a:lnTo>
                    <a:pt x="33" y="0"/>
                  </a:lnTo>
                  <a:lnTo>
                    <a:pt x="37" y="0"/>
                  </a:lnTo>
                  <a:lnTo>
                    <a:pt x="37" y="1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grpSp>
    </p:spTree>
    <p:extLst>
      <p:ext uri="{BB962C8B-B14F-4D97-AF65-F5344CB8AC3E}">
        <p14:creationId xmlns:p14="http://schemas.microsoft.com/office/powerpoint/2010/main" val="1733828198"/>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ommaire">
    <p:spTree>
      <p:nvGrpSpPr>
        <p:cNvPr id="1" name=""/>
        <p:cNvGrpSpPr/>
        <p:nvPr/>
      </p:nvGrpSpPr>
      <p:grpSpPr>
        <a:xfrm>
          <a:off x="0" y="0"/>
          <a:ext cx="0" cy="0"/>
          <a:chOff x="0" y="0"/>
          <a:chExt cx="0" cy="0"/>
        </a:xfrm>
      </p:grpSpPr>
      <p:sp>
        <p:nvSpPr>
          <p:cNvPr id="4" name="Content Placeholder 2"/>
          <p:cNvSpPr>
            <a:spLocks noGrp="1"/>
          </p:cNvSpPr>
          <p:nvPr>
            <p:ph idx="1" hasCustomPrompt="1"/>
          </p:nvPr>
        </p:nvSpPr>
        <p:spPr>
          <a:xfrm>
            <a:off x="419101" y="357717"/>
            <a:ext cx="11353799" cy="5708649"/>
          </a:xfrm>
        </p:spPr>
        <p:txBody>
          <a:bodyPr/>
          <a:lstStyle>
            <a:lvl1pPr>
              <a:spcBef>
                <a:spcPts val="0"/>
              </a:spcBef>
              <a:defRPr sz="4000"/>
            </a:lvl1pPr>
            <a:lvl2pPr marL="478355" indent="-478355">
              <a:spcBef>
                <a:spcPts val="0"/>
              </a:spcBef>
              <a:buClrTx/>
              <a:buSzPct val="100000"/>
              <a:buFont typeface="+mj-lt"/>
              <a:buAutoNum type="arabicPeriod"/>
              <a:defRPr sz="4000"/>
            </a:lvl2pPr>
            <a:lvl3pPr>
              <a:defRPr sz="2400"/>
            </a:lvl3pPr>
            <a:lvl4pPr>
              <a:defRPr sz="2400"/>
            </a:lvl4pPr>
            <a:lvl5pPr>
              <a:defRPr sz="2400"/>
            </a:lvl5pPr>
          </a:lstStyle>
          <a:p>
            <a:pPr lvl="0"/>
            <a:r>
              <a:rPr lang="fr-FR" noProof="0" dirty="0"/>
              <a:t>Cliquez pour modifier le contenu</a:t>
            </a:r>
          </a:p>
          <a:p>
            <a:pPr lvl="1"/>
            <a:r>
              <a:rPr lang="fr-FR" noProof="0" dirty="0"/>
              <a:t>Deuxième niveau</a:t>
            </a:r>
          </a:p>
        </p:txBody>
      </p:sp>
      <p:sp>
        <p:nvSpPr>
          <p:cNvPr id="5" name="TextBox 4"/>
          <p:cNvSpPr txBox="1"/>
          <p:nvPr/>
        </p:nvSpPr>
        <p:spPr>
          <a:xfrm>
            <a:off x="826060" y="6332195"/>
            <a:ext cx="968214" cy="164212"/>
          </a:xfrm>
          <a:prstGeom prst="rect">
            <a:avLst/>
          </a:prstGeom>
          <a:noFill/>
        </p:spPr>
        <p:txBody>
          <a:bodyPr wrap="none" lIns="0" tIns="0" rIns="0" bIns="0" rtlCol="0">
            <a:spAutoFit/>
          </a:bodyPr>
          <a:lstStyle/>
          <a:p>
            <a:r>
              <a:rPr kumimoji="0" lang="fr-FR" sz="1067" b="0" i="0" u="none" strike="noStrike" kern="1200" cap="none" spc="0" normalizeH="0" baseline="0" noProof="0" dirty="0">
                <a:ln>
                  <a:noFill/>
                </a:ln>
                <a:solidFill>
                  <a:schemeClr val="bg2"/>
                </a:solidFill>
                <a:effectLst/>
                <a:uLnTx/>
                <a:uFillTx/>
                <a:latin typeface="Helvetica 75 Bold" panose="020B0804020202020204" pitchFamily="34" charset="0"/>
                <a:ea typeface="+mn-ea"/>
                <a:cs typeface="+mn-cs"/>
              </a:rPr>
              <a:t>Interne Orange</a:t>
            </a:r>
          </a:p>
        </p:txBody>
      </p:sp>
    </p:spTree>
    <p:extLst>
      <p:ext uri="{BB962C8B-B14F-4D97-AF65-F5344CB8AC3E}">
        <p14:creationId xmlns:p14="http://schemas.microsoft.com/office/powerpoint/2010/main" val="1833423870"/>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re de section">
    <p:spTree>
      <p:nvGrpSpPr>
        <p:cNvPr id="1" name=""/>
        <p:cNvGrpSpPr/>
        <p:nvPr/>
      </p:nvGrpSpPr>
      <p:grpSpPr>
        <a:xfrm>
          <a:off x="0" y="0"/>
          <a:ext cx="0" cy="0"/>
          <a:chOff x="0" y="0"/>
          <a:chExt cx="0" cy="0"/>
        </a:xfrm>
      </p:grpSpPr>
      <p:sp>
        <p:nvSpPr>
          <p:cNvPr id="8" name="Text Placeholder 7"/>
          <p:cNvSpPr>
            <a:spLocks noGrp="1"/>
          </p:cNvSpPr>
          <p:nvPr>
            <p:ph type="body" sz="quarter" idx="12" hasCustomPrompt="1"/>
          </p:nvPr>
        </p:nvSpPr>
        <p:spPr>
          <a:xfrm>
            <a:off x="418359" y="357717"/>
            <a:ext cx="8129119" cy="5708649"/>
          </a:xfrm>
        </p:spPr>
        <p:txBody>
          <a:bodyPr>
            <a:normAutofit/>
          </a:bodyPr>
          <a:lstStyle>
            <a:lvl1pPr>
              <a:lnSpc>
                <a:spcPct val="85000"/>
              </a:lnSpc>
              <a:spcBef>
                <a:spcPts val="0"/>
              </a:spcBef>
              <a:buNone/>
              <a:defRPr sz="7333" baseline="0"/>
            </a:lvl1pPr>
            <a:lvl2pPr>
              <a:lnSpc>
                <a:spcPct val="85000"/>
              </a:lnSpc>
              <a:spcBef>
                <a:spcPts val="0"/>
              </a:spcBef>
              <a:defRPr sz="7333"/>
            </a:lvl2pPr>
            <a:lvl3pPr>
              <a:defRPr sz="7333"/>
            </a:lvl3pPr>
            <a:lvl4pPr>
              <a:defRPr sz="7333"/>
            </a:lvl4pPr>
            <a:lvl5pPr>
              <a:defRPr sz="7333"/>
            </a:lvl5pPr>
          </a:lstStyle>
          <a:p>
            <a:pPr lvl="0"/>
            <a:r>
              <a:rPr lang="fr-FR" noProof="0" dirty="0"/>
              <a:t>Cliquez pour modifier le nom de la section </a:t>
            </a:r>
          </a:p>
          <a:p>
            <a:pPr lvl="1"/>
            <a:r>
              <a:rPr lang="fr-FR" noProof="0" dirty="0"/>
              <a:t>Deuxième niveau</a:t>
            </a:r>
          </a:p>
        </p:txBody>
      </p:sp>
      <p:sp>
        <p:nvSpPr>
          <p:cNvPr id="4" name="TextBox 3"/>
          <p:cNvSpPr txBox="1"/>
          <p:nvPr/>
        </p:nvSpPr>
        <p:spPr>
          <a:xfrm>
            <a:off x="826060" y="6332195"/>
            <a:ext cx="968214" cy="164212"/>
          </a:xfrm>
          <a:prstGeom prst="rect">
            <a:avLst/>
          </a:prstGeom>
          <a:noFill/>
        </p:spPr>
        <p:txBody>
          <a:bodyPr wrap="none" lIns="0" tIns="0" rIns="0" bIns="0" rtlCol="0">
            <a:spAutoFit/>
          </a:bodyPr>
          <a:lstStyle/>
          <a:p>
            <a:r>
              <a:rPr kumimoji="0" lang="fr-FR" sz="1067" b="0" i="0" u="none" strike="noStrike" kern="1200" cap="none" spc="0" normalizeH="0" baseline="0" noProof="0" dirty="0">
                <a:ln>
                  <a:noFill/>
                </a:ln>
                <a:solidFill>
                  <a:schemeClr val="bg2"/>
                </a:solidFill>
                <a:effectLst/>
                <a:uLnTx/>
                <a:uFillTx/>
                <a:latin typeface="Helvetica 75 Bold" panose="020B0804020202020204" pitchFamily="34" charset="0"/>
                <a:ea typeface="+mn-ea"/>
                <a:cs typeface="+mn-cs"/>
              </a:rPr>
              <a:t>Interne Orange</a:t>
            </a:r>
          </a:p>
        </p:txBody>
      </p:sp>
    </p:spTree>
    <p:extLst>
      <p:ext uri="{BB962C8B-B14F-4D97-AF65-F5344CB8AC3E}">
        <p14:creationId xmlns:p14="http://schemas.microsoft.com/office/powerpoint/2010/main" val="1467749158"/>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Deux contenu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419101" y="1579034"/>
            <a:ext cx="5289240" cy="4487332"/>
          </a:xfrm>
        </p:spPr>
        <p:txBody>
          <a:bodyPr>
            <a:normAutofit/>
          </a:bodyPr>
          <a:lstStyle>
            <a:lvl1pPr>
              <a:defRPr sz="1867" baseline="0"/>
            </a:lvl1pPr>
            <a:lvl2pPr>
              <a:defRPr sz="1867" baseline="0">
                <a:solidFill>
                  <a:schemeClr val="tx1"/>
                </a:solidFill>
              </a:defRPr>
            </a:lvl2pPr>
            <a:lvl3pPr>
              <a:defRPr sz="1867" baseline="0">
                <a:solidFill>
                  <a:schemeClr val="tx1"/>
                </a:solidFill>
              </a:defRPr>
            </a:lvl3pPr>
            <a:lvl4pPr>
              <a:defRPr sz="1867" baseline="0">
                <a:solidFill>
                  <a:schemeClr val="tx1"/>
                </a:solidFill>
              </a:defRPr>
            </a:lvl4pPr>
            <a:lvl5pPr>
              <a:defRPr sz="1867" baseline="0">
                <a:solidFill>
                  <a:schemeClr val="tx1"/>
                </a:solidFill>
              </a:defRPr>
            </a:lvl5pPr>
            <a:lvl6pPr>
              <a:defRPr sz="1867"/>
            </a:lvl6pPr>
            <a:lvl7pPr>
              <a:defRPr sz="2400"/>
            </a:lvl7pPr>
            <a:lvl8pPr>
              <a:defRPr sz="2400"/>
            </a:lvl8pPr>
            <a:lvl9pPr>
              <a:defRPr sz="2400"/>
            </a:lvl9pPr>
          </a:lstStyle>
          <a:p>
            <a:pPr lvl="0"/>
            <a:r>
              <a:rPr lang="fr-FR" noProof="0" dirty="0"/>
              <a:t>Cliquez pour modifier le texte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a:p>
            <a:pPr lvl="5"/>
            <a:r>
              <a:rPr lang="fr-FR" noProof="0" dirty="0"/>
              <a:t>Sixième niveau</a:t>
            </a:r>
          </a:p>
        </p:txBody>
      </p:sp>
      <p:sp>
        <p:nvSpPr>
          <p:cNvPr id="4" name="Content Placeholder 3"/>
          <p:cNvSpPr>
            <a:spLocks noGrp="1"/>
          </p:cNvSpPr>
          <p:nvPr>
            <p:ph sz="half" idx="2" hasCustomPrompt="1"/>
          </p:nvPr>
        </p:nvSpPr>
        <p:spPr>
          <a:xfrm>
            <a:off x="6486393" y="1578264"/>
            <a:ext cx="5286507" cy="4485891"/>
          </a:xfrm>
        </p:spPr>
        <p:txBody>
          <a:bodyPr>
            <a:normAutofit/>
          </a:bodyPr>
          <a:lstStyle>
            <a:lvl1pPr>
              <a:defRPr sz="1867"/>
            </a:lvl1pPr>
            <a:lvl2pPr>
              <a:defRPr sz="1867">
                <a:solidFill>
                  <a:schemeClr val="tx1"/>
                </a:solidFill>
              </a:defRPr>
            </a:lvl2pPr>
            <a:lvl3pPr>
              <a:defRPr sz="1867">
                <a:solidFill>
                  <a:schemeClr val="tx1"/>
                </a:solidFill>
              </a:defRPr>
            </a:lvl3pPr>
            <a:lvl4pPr>
              <a:defRPr sz="1867">
                <a:solidFill>
                  <a:schemeClr val="tx1"/>
                </a:solidFill>
              </a:defRPr>
            </a:lvl4pPr>
            <a:lvl5pPr>
              <a:defRPr sz="1867">
                <a:solidFill>
                  <a:schemeClr val="tx1"/>
                </a:solidFill>
              </a:defRPr>
            </a:lvl5pPr>
            <a:lvl6pPr>
              <a:defRPr sz="1867"/>
            </a:lvl6pPr>
            <a:lvl7pPr>
              <a:defRPr sz="2400"/>
            </a:lvl7pPr>
            <a:lvl8pPr>
              <a:defRPr sz="2400"/>
            </a:lvl8pPr>
            <a:lvl9pPr>
              <a:defRPr sz="2400"/>
            </a:lvl9pPr>
          </a:lstStyle>
          <a:p>
            <a:pPr lvl="0"/>
            <a:r>
              <a:rPr lang="fr-FR" noProof="0" dirty="0"/>
              <a:t>Cliquez pour modifier le texte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a:p>
            <a:pPr lvl="5"/>
            <a:r>
              <a:rPr lang="fr-FR" noProof="0" dirty="0"/>
              <a:t>Sixième niveau</a:t>
            </a:r>
          </a:p>
        </p:txBody>
      </p:sp>
      <p:sp>
        <p:nvSpPr>
          <p:cNvPr id="5" name="Title 4"/>
          <p:cNvSpPr>
            <a:spLocks noGrp="1"/>
          </p:cNvSpPr>
          <p:nvPr>
            <p:ph type="title" hasCustomPrompt="1"/>
          </p:nvPr>
        </p:nvSpPr>
        <p:spPr/>
        <p:txBody>
          <a:bodyPr/>
          <a:lstStyle/>
          <a:p>
            <a:r>
              <a:rPr lang="fr-FR" noProof="0" dirty="0"/>
              <a:t>Cliquez pour modifier le titre</a:t>
            </a:r>
            <a:endParaRPr lang="en-GB" dirty="0"/>
          </a:p>
        </p:txBody>
      </p:sp>
      <p:sp>
        <p:nvSpPr>
          <p:cNvPr id="7" name="TextBox 6"/>
          <p:cNvSpPr txBox="1"/>
          <p:nvPr/>
        </p:nvSpPr>
        <p:spPr>
          <a:xfrm>
            <a:off x="826060" y="6332195"/>
            <a:ext cx="968214" cy="164212"/>
          </a:xfrm>
          <a:prstGeom prst="rect">
            <a:avLst/>
          </a:prstGeom>
          <a:noFill/>
        </p:spPr>
        <p:txBody>
          <a:bodyPr wrap="none" lIns="0" tIns="0" rIns="0" bIns="0" rtlCol="0">
            <a:spAutoFit/>
          </a:bodyPr>
          <a:lstStyle/>
          <a:p>
            <a:r>
              <a:rPr kumimoji="0" lang="fr-FR" sz="1067" b="0" i="0" u="none" strike="noStrike" kern="1200" cap="none" spc="0" normalizeH="0" baseline="0" noProof="0" dirty="0">
                <a:ln>
                  <a:noFill/>
                </a:ln>
                <a:solidFill>
                  <a:schemeClr val="bg2"/>
                </a:solidFill>
                <a:effectLst/>
                <a:uLnTx/>
                <a:uFillTx/>
                <a:latin typeface="Helvetica 75 Bold" panose="020B0804020202020204" pitchFamily="34" charset="0"/>
                <a:ea typeface="+mn-ea"/>
                <a:cs typeface="+mn-cs"/>
              </a:rPr>
              <a:t>Interne Orange</a:t>
            </a:r>
          </a:p>
        </p:txBody>
      </p:sp>
    </p:spTree>
    <p:extLst>
      <p:ext uri="{BB962C8B-B14F-4D97-AF65-F5344CB8AC3E}">
        <p14:creationId xmlns:p14="http://schemas.microsoft.com/office/powerpoint/2010/main" val="1557015477"/>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re seul">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lvl1pPr>
              <a:defRPr/>
            </a:lvl1pPr>
          </a:lstStyle>
          <a:p>
            <a:r>
              <a:rPr lang="fr-FR" noProof="0" dirty="0"/>
              <a:t>Cliquez pour modifier le titre</a:t>
            </a:r>
          </a:p>
        </p:txBody>
      </p:sp>
      <p:sp>
        <p:nvSpPr>
          <p:cNvPr id="5" name="TextBox 4"/>
          <p:cNvSpPr txBox="1"/>
          <p:nvPr/>
        </p:nvSpPr>
        <p:spPr>
          <a:xfrm>
            <a:off x="826060" y="6332195"/>
            <a:ext cx="968214" cy="164212"/>
          </a:xfrm>
          <a:prstGeom prst="rect">
            <a:avLst/>
          </a:prstGeom>
          <a:noFill/>
        </p:spPr>
        <p:txBody>
          <a:bodyPr wrap="none" lIns="0" tIns="0" rIns="0" bIns="0" rtlCol="0">
            <a:spAutoFit/>
          </a:bodyPr>
          <a:lstStyle/>
          <a:p>
            <a:r>
              <a:rPr kumimoji="0" lang="fr-FR" sz="1067" b="0" i="0" u="none" strike="noStrike" kern="1200" cap="none" spc="0" normalizeH="0" baseline="0" noProof="0" dirty="0">
                <a:ln>
                  <a:noFill/>
                </a:ln>
                <a:solidFill>
                  <a:schemeClr val="bg2"/>
                </a:solidFill>
                <a:effectLst/>
                <a:uLnTx/>
                <a:uFillTx/>
                <a:latin typeface="Helvetica 75 Bold" panose="020B0804020202020204" pitchFamily="34" charset="0"/>
                <a:ea typeface="+mn-ea"/>
                <a:cs typeface="+mn-cs"/>
              </a:rPr>
              <a:t>Interne Orange</a:t>
            </a:r>
          </a:p>
        </p:txBody>
      </p:sp>
    </p:spTree>
    <p:extLst>
      <p:ext uri="{BB962C8B-B14F-4D97-AF65-F5344CB8AC3E}">
        <p14:creationId xmlns:p14="http://schemas.microsoft.com/office/powerpoint/2010/main" val="999917098"/>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Image pleine page">
    <p:bg>
      <p:bgPr>
        <a:solidFill>
          <a:schemeClr val="tx2"/>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2" hasCustomPrompt="1"/>
          </p:nvPr>
        </p:nvSpPr>
        <p:spPr>
          <a:xfrm>
            <a:off x="0" y="0"/>
            <a:ext cx="12192000" cy="6858000"/>
          </a:xfrm>
        </p:spPr>
        <p:txBody>
          <a:bodyPr/>
          <a:lstStyle/>
          <a:p>
            <a:r>
              <a:rPr lang="fr-FR" noProof="0" dirty="0"/>
              <a:t>Cliquez sur l'icône pour ajouter une photo</a:t>
            </a:r>
          </a:p>
        </p:txBody>
      </p:sp>
      <p:sp>
        <p:nvSpPr>
          <p:cNvPr id="3" name="Title 2"/>
          <p:cNvSpPr>
            <a:spLocks noGrp="1"/>
          </p:cNvSpPr>
          <p:nvPr>
            <p:ph type="title" hasCustomPrompt="1"/>
          </p:nvPr>
        </p:nvSpPr>
        <p:spPr/>
        <p:txBody>
          <a:bodyPr/>
          <a:lstStyle>
            <a:lvl1pPr>
              <a:defRPr>
                <a:solidFill>
                  <a:schemeClr val="tx1"/>
                </a:solidFill>
              </a:defRPr>
            </a:lvl1pPr>
          </a:lstStyle>
          <a:p>
            <a:r>
              <a:rPr lang="fr-FR" dirty="0"/>
              <a:t>Cliquez pour modifier le titre</a:t>
            </a:r>
            <a:endParaRPr lang="en-GB" dirty="0"/>
          </a:p>
        </p:txBody>
      </p:sp>
    </p:spTree>
    <p:extLst>
      <p:ext uri="{BB962C8B-B14F-4D97-AF65-F5344CB8AC3E}">
        <p14:creationId xmlns:p14="http://schemas.microsoft.com/office/powerpoint/2010/main" val="1818083062"/>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Vide">
    <p:spTree>
      <p:nvGrpSpPr>
        <p:cNvPr id="1" name=""/>
        <p:cNvGrpSpPr/>
        <p:nvPr/>
      </p:nvGrpSpPr>
      <p:grpSpPr>
        <a:xfrm>
          <a:off x="0" y="0"/>
          <a:ext cx="0" cy="0"/>
          <a:chOff x="0" y="0"/>
          <a:chExt cx="0" cy="0"/>
        </a:xfrm>
      </p:grpSpPr>
      <p:sp>
        <p:nvSpPr>
          <p:cNvPr id="3" name="TextBox 2"/>
          <p:cNvSpPr txBox="1"/>
          <p:nvPr/>
        </p:nvSpPr>
        <p:spPr>
          <a:xfrm>
            <a:off x="826060" y="6332195"/>
            <a:ext cx="968214" cy="164212"/>
          </a:xfrm>
          <a:prstGeom prst="rect">
            <a:avLst/>
          </a:prstGeom>
          <a:noFill/>
        </p:spPr>
        <p:txBody>
          <a:bodyPr wrap="none" lIns="0" tIns="0" rIns="0" bIns="0" rtlCol="0">
            <a:spAutoFit/>
          </a:bodyPr>
          <a:lstStyle/>
          <a:p>
            <a:r>
              <a:rPr kumimoji="0" lang="fr-FR" sz="1067" b="0" i="0" u="none" strike="noStrike" kern="1200" cap="none" spc="0" normalizeH="0" baseline="0" noProof="0" dirty="0">
                <a:ln>
                  <a:noFill/>
                </a:ln>
                <a:solidFill>
                  <a:schemeClr val="bg2"/>
                </a:solidFill>
                <a:effectLst/>
                <a:uLnTx/>
                <a:uFillTx/>
                <a:latin typeface="Helvetica 75 Bold" panose="020B0804020202020204" pitchFamily="34" charset="0"/>
                <a:ea typeface="+mn-ea"/>
                <a:cs typeface="+mn-cs"/>
              </a:rPr>
              <a:t>Interne Orange</a:t>
            </a:r>
          </a:p>
        </p:txBody>
      </p:sp>
    </p:spTree>
    <p:extLst>
      <p:ext uri="{BB962C8B-B14F-4D97-AF65-F5344CB8AC3E}">
        <p14:creationId xmlns:p14="http://schemas.microsoft.com/office/powerpoint/2010/main" val="3451888601"/>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99FA7-B613-8D2A-1C5F-02D84E282EC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FR"/>
          </a:p>
        </p:txBody>
      </p:sp>
      <p:sp>
        <p:nvSpPr>
          <p:cNvPr id="3" name="Subtitle 2">
            <a:extLst>
              <a:ext uri="{FF2B5EF4-FFF2-40B4-BE49-F238E27FC236}">
                <a16:creationId xmlns:a16="http://schemas.microsoft.com/office/drawing/2014/main" id="{E4724E18-E47D-FF4F-05BA-76ADF33727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FR"/>
          </a:p>
        </p:txBody>
      </p:sp>
      <p:sp>
        <p:nvSpPr>
          <p:cNvPr id="4" name="Date Placeholder 3">
            <a:extLst>
              <a:ext uri="{FF2B5EF4-FFF2-40B4-BE49-F238E27FC236}">
                <a16:creationId xmlns:a16="http://schemas.microsoft.com/office/drawing/2014/main" id="{FF65ECC0-2B78-DCB4-55E6-E743C5466DAA}"/>
              </a:ext>
            </a:extLst>
          </p:cNvPr>
          <p:cNvSpPr>
            <a:spLocks noGrp="1"/>
          </p:cNvSpPr>
          <p:nvPr>
            <p:ph type="dt" sz="half" idx="10"/>
          </p:nvPr>
        </p:nvSpPr>
        <p:spPr/>
        <p:txBody>
          <a:bodyPr/>
          <a:lstStyle/>
          <a:p>
            <a:fld id="{9CF8D01A-467E-8D4C-B701-2288F09182A5}" type="datetimeFigureOut">
              <a:rPr lang="en-FR" smtClean="0"/>
              <a:t>04/09/2024</a:t>
            </a:fld>
            <a:endParaRPr lang="en-FR"/>
          </a:p>
        </p:txBody>
      </p:sp>
      <p:sp>
        <p:nvSpPr>
          <p:cNvPr id="5" name="Footer Placeholder 4">
            <a:extLst>
              <a:ext uri="{FF2B5EF4-FFF2-40B4-BE49-F238E27FC236}">
                <a16:creationId xmlns:a16="http://schemas.microsoft.com/office/drawing/2014/main" id="{F010D6D8-F04B-5B58-32E2-A56C160600DD}"/>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0DD7690B-3662-AC3D-AAA5-22EBC07B4D21}"/>
              </a:ext>
            </a:extLst>
          </p:cNvPr>
          <p:cNvSpPr>
            <a:spLocks noGrp="1"/>
          </p:cNvSpPr>
          <p:nvPr>
            <p:ph type="sldNum" sz="quarter" idx="12"/>
          </p:nvPr>
        </p:nvSpPr>
        <p:spPr/>
        <p:txBody>
          <a:bodyPr/>
          <a:lstStyle/>
          <a:p>
            <a:fld id="{1CEA3F91-EE0F-E843-B57E-554A3293A943}" type="slidenum">
              <a:rPr lang="en-FR" smtClean="0"/>
              <a:t>‹#›</a:t>
            </a:fld>
            <a:endParaRPr lang="en-FR"/>
          </a:p>
        </p:txBody>
      </p:sp>
    </p:spTree>
    <p:extLst>
      <p:ext uri="{BB962C8B-B14F-4D97-AF65-F5344CB8AC3E}">
        <p14:creationId xmlns:p14="http://schemas.microsoft.com/office/powerpoint/2010/main" val="1525800184"/>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1_Diapositive de titre">
    <p:spTree>
      <p:nvGrpSpPr>
        <p:cNvPr id="1" name=""/>
        <p:cNvGrpSpPr/>
        <p:nvPr/>
      </p:nvGrpSpPr>
      <p:grpSpPr>
        <a:xfrm>
          <a:off x="0" y="0"/>
          <a:ext cx="0" cy="0"/>
          <a:chOff x="0" y="0"/>
          <a:chExt cx="0" cy="0"/>
        </a:xfrm>
      </p:grpSpPr>
      <p:sp>
        <p:nvSpPr>
          <p:cNvPr id="14" name="Title 1"/>
          <p:cNvSpPr>
            <a:spLocks noGrp="1"/>
          </p:cNvSpPr>
          <p:nvPr>
            <p:ph type="ctrTitle" hasCustomPrompt="1"/>
          </p:nvPr>
        </p:nvSpPr>
        <p:spPr>
          <a:xfrm>
            <a:off x="1291200" y="2256000"/>
            <a:ext cx="9681600" cy="3091200"/>
          </a:xfrm>
        </p:spPr>
        <p:txBody>
          <a:bodyPr>
            <a:noAutofit/>
          </a:bodyPr>
          <a:lstStyle>
            <a:lvl1pPr algn="l">
              <a:lnSpc>
                <a:spcPct val="85000"/>
              </a:lnSpc>
              <a:defRPr sz="7333" baseline="0">
                <a:solidFill>
                  <a:schemeClr val="tx1"/>
                </a:solidFill>
              </a:defRPr>
            </a:lvl1pPr>
          </a:lstStyle>
          <a:p>
            <a:r>
              <a:rPr lang="en-US" dirty="0"/>
              <a:t>Click to edit title</a:t>
            </a:r>
            <a:endParaRPr lang="en-GB" dirty="0"/>
          </a:p>
        </p:txBody>
      </p:sp>
      <p:sp>
        <p:nvSpPr>
          <p:cNvPr id="15" name="Subtitle 2"/>
          <p:cNvSpPr>
            <a:spLocks noGrp="1"/>
          </p:cNvSpPr>
          <p:nvPr>
            <p:ph type="subTitle" idx="1" hasCustomPrompt="1"/>
          </p:nvPr>
        </p:nvSpPr>
        <p:spPr>
          <a:xfrm>
            <a:off x="1267461" y="5569792"/>
            <a:ext cx="5788647" cy="451496"/>
          </a:xfrm>
        </p:spPr>
        <p:txBody>
          <a:bodyPr/>
          <a:lstStyle>
            <a:lvl1pPr marL="0" indent="0" algn="l">
              <a:buNone/>
              <a:defRPr baseline="0">
                <a:solidFill>
                  <a:schemeClr val="tx1"/>
                </a:solidFill>
              </a:defRPr>
            </a:lvl1pPr>
            <a:lvl2pPr marL="241294" indent="-241294" algn="l">
              <a:buClr>
                <a:schemeClr val="bg2"/>
              </a:buClr>
              <a:buSzPct val="100000"/>
              <a:buFont typeface="Wingdings" panose="05000000000000000000" pitchFamily="2" charset="2"/>
              <a:buChar char="§"/>
              <a:defRPr>
                <a:solidFill>
                  <a:schemeClr val="tx1"/>
                </a:solidFill>
              </a:defRPr>
            </a:lvl2pPr>
            <a:lvl3pPr marL="542386" indent="-254394" algn="l">
              <a:spcBef>
                <a:spcPts val="448"/>
              </a:spcBef>
              <a:buClrTx/>
              <a:buFont typeface="Helvetica 55 Roman" panose="020B0604020202020204" pitchFamily="34" charset="0"/>
              <a:buChar char="–"/>
              <a:defRPr>
                <a:solidFill>
                  <a:schemeClr val="tx1"/>
                </a:solidFill>
                <a:latin typeface="Helvetica 55 Roman" panose="020B0604020202020204" pitchFamily="34" charset="0"/>
              </a:defRPr>
            </a:lvl3pPr>
            <a:lvl4pPr marL="791980" indent="-230394" algn="l">
              <a:spcBef>
                <a:spcPts val="32"/>
              </a:spcBef>
              <a:buFont typeface="Helvetica 55 Roman" panose="020B0604020202020204" pitchFamily="34" charset="0"/>
              <a:buChar char="–"/>
              <a:defRPr>
                <a:solidFill>
                  <a:schemeClr val="tx1"/>
                </a:solidFill>
              </a:defRPr>
            </a:lvl4pPr>
            <a:lvl5pPr marL="1065573" indent="-254394" algn="l">
              <a:buFont typeface="Helvetica 55 Roman" panose="020B0604020202020204" pitchFamily="34" charset="0"/>
              <a:buChar char="–"/>
              <a:defRPr>
                <a:solidFill>
                  <a:schemeClr val="tx1"/>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Click to edit presenter name</a:t>
            </a:r>
          </a:p>
        </p:txBody>
      </p:sp>
    </p:spTree>
    <p:extLst>
      <p:ext uri="{BB962C8B-B14F-4D97-AF65-F5344CB8AC3E}">
        <p14:creationId xmlns:p14="http://schemas.microsoft.com/office/powerpoint/2010/main" val="177222591"/>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re et contenu">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19100" y="1579034"/>
            <a:ext cx="11353800" cy="4487333"/>
          </a:xfrm>
        </p:spPr>
        <p:txBody>
          <a:bodyPr/>
          <a:lstStyle>
            <a:lvl1pPr>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lvl6pPr>
          </a:lstStyle>
          <a:p>
            <a:pPr lvl="0"/>
            <a:r>
              <a:rPr lang="fr-FR" noProof="0" dirty="0"/>
              <a:t>Cliquez pour modifier le texte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a:p>
            <a:pPr lvl="5"/>
            <a:r>
              <a:rPr lang="fr-FR" noProof="0" dirty="0"/>
              <a:t>Sixième niveau</a:t>
            </a:r>
          </a:p>
        </p:txBody>
      </p:sp>
      <p:sp>
        <p:nvSpPr>
          <p:cNvPr id="4" name="Title 3"/>
          <p:cNvSpPr>
            <a:spLocks noGrp="1"/>
          </p:cNvSpPr>
          <p:nvPr>
            <p:ph type="title" hasCustomPrompt="1"/>
          </p:nvPr>
        </p:nvSpPr>
        <p:spPr/>
        <p:txBody>
          <a:bodyPr/>
          <a:lstStyle/>
          <a:p>
            <a:r>
              <a:rPr lang="fr-FR" noProof="0" dirty="0"/>
              <a:t>Cliquez pour modifier le titre</a:t>
            </a:r>
            <a:endParaRPr lang="en-GB" dirty="0"/>
          </a:p>
        </p:txBody>
      </p:sp>
      <p:sp>
        <p:nvSpPr>
          <p:cNvPr id="6" name="TextBox 5"/>
          <p:cNvSpPr txBox="1"/>
          <p:nvPr/>
        </p:nvSpPr>
        <p:spPr>
          <a:xfrm>
            <a:off x="826060" y="6332195"/>
            <a:ext cx="968214" cy="164212"/>
          </a:xfrm>
          <a:prstGeom prst="rect">
            <a:avLst/>
          </a:prstGeom>
          <a:noFill/>
        </p:spPr>
        <p:txBody>
          <a:bodyPr wrap="none" lIns="0" tIns="0" rIns="0" bIns="0" rtlCol="0">
            <a:spAutoFit/>
          </a:bodyPr>
          <a:lstStyle/>
          <a:p>
            <a:r>
              <a:rPr kumimoji="0" lang="fr-FR" sz="1067" b="0" i="0" u="none" strike="noStrike" kern="1200" cap="none" spc="0" normalizeH="0" baseline="0" noProof="0" dirty="0">
                <a:ln>
                  <a:noFill/>
                </a:ln>
                <a:solidFill>
                  <a:schemeClr val="bg2"/>
                </a:solidFill>
                <a:effectLst/>
                <a:uLnTx/>
                <a:uFillTx/>
                <a:latin typeface="Helvetica 75 Bold" panose="020B0804020202020204" pitchFamily="34" charset="0"/>
                <a:ea typeface="+mn-ea"/>
                <a:cs typeface="+mn-cs"/>
              </a:rPr>
              <a:t>Interne Orange</a:t>
            </a:r>
          </a:p>
        </p:txBody>
      </p:sp>
    </p:spTree>
    <p:extLst>
      <p:ext uri="{BB962C8B-B14F-4D97-AF65-F5344CB8AC3E}">
        <p14:creationId xmlns:p14="http://schemas.microsoft.com/office/powerpoint/2010/main" val="3440011825"/>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19102" y="357719"/>
            <a:ext cx="6437997" cy="3069165"/>
          </a:xfrm>
        </p:spPr>
        <p:txBody>
          <a:bodyPr>
            <a:noAutofit/>
          </a:bodyPr>
          <a:lstStyle>
            <a:lvl1pPr algn="l">
              <a:lnSpc>
                <a:spcPct val="85000"/>
              </a:lnSpc>
              <a:defRPr sz="7333" baseline="0">
                <a:solidFill>
                  <a:schemeClr val="tx1"/>
                </a:solidFill>
              </a:defRPr>
            </a:lvl1pPr>
          </a:lstStyle>
          <a:p>
            <a:r>
              <a:rPr lang="fr-FR" noProof="0" dirty="0"/>
              <a:t>Cliquez pour modifier le titre</a:t>
            </a:r>
          </a:p>
        </p:txBody>
      </p:sp>
      <p:sp>
        <p:nvSpPr>
          <p:cNvPr id="17" name="Text Placeholder 17"/>
          <p:cNvSpPr>
            <a:spLocks noGrp="1"/>
          </p:cNvSpPr>
          <p:nvPr>
            <p:ph type="body" sz="quarter" idx="16" hasCustomPrompt="1"/>
          </p:nvPr>
        </p:nvSpPr>
        <p:spPr>
          <a:xfrm>
            <a:off x="7734300" y="355601"/>
            <a:ext cx="4038600" cy="4538133"/>
          </a:xfrm>
        </p:spPr>
        <p:txBody>
          <a:bodyPr/>
          <a:lstStyle>
            <a:lvl1pPr>
              <a:defRPr/>
            </a:lvl1pPr>
          </a:lstStyle>
          <a:p>
            <a:pPr lvl="0"/>
            <a:r>
              <a:rPr lang="fr-FR" noProof="0" dirty="0"/>
              <a:t>Cliquez pour modifier le texte</a:t>
            </a:r>
          </a:p>
          <a:p>
            <a:pPr lvl="1"/>
            <a:r>
              <a:rPr lang="fr-FR" noProof="0" dirty="0"/>
              <a:t>Deuxième niveau</a:t>
            </a:r>
          </a:p>
        </p:txBody>
      </p:sp>
      <p:sp>
        <p:nvSpPr>
          <p:cNvPr id="42" name="Subtitle 2"/>
          <p:cNvSpPr>
            <a:spLocks noGrp="1"/>
          </p:cNvSpPr>
          <p:nvPr>
            <p:ph type="subTitle" idx="1" hasCustomPrompt="1"/>
          </p:nvPr>
        </p:nvSpPr>
        <p:spPr>
          <a:xfrm>
            <a:off x="414250" y="3605525"/>
            <a:ext cx="6441580" cy="1288208"/>
          </a:xfrm>
        </p:spPr>
        <p:txBody>
          <a:bodyPr/>
          <a:lstStyle>
            <a:lvl1pPr marL="0" indent="0" algn="l">
              <a:buNone/>
              <a:defRPr baseline="0">
                <a:solidFill>
                  <a:schemeClr val="tx1"/>
                </a:solidFill>
              </a:defRPr>
            </a:lvl1pPr>
            <a:lvl2pPr marL="241294" indent="-241294" algn="l">
              <a:buClr>
                <a:schemeClr val="bg2"/>
              </a:buClr>
              <a:buSzPct val="100000"/>
              <a:buFont typeface="Wingdings" panose="05000000000000000000" pitchFamily="2" charset="2"/>
              <a:buChar char="§"/>
              <a:defRPr>
                <a:solidFill>
                  <a:schemeClr val="tx1"/>
                </a:solidFill>
              </a:defRPr>
            </a:lvl2pPr>
            <a:lvl3pPr marL="542386" indent="-254394" algn="l">
              <a:spcBef>
                <a:spcPts val="448"/>
              </a:spcBef>
              <a:buClrTx/>
              <a:buFont typeface="Helvetica 55 Roman" panose="020B0604020202020204" pitchFamily="34" charset="0"/>
              <a:buChar char="–"/>
              <a:defRPr>
                <a:solidFill>
                  <a:schemeClr val="tx1"/>
                </a:solidFill>
                <a:latin typeface="Helvetica 55 Roman" panose="020B0604020202020204" pitchFamily="34" charset="0"/>
              </a:defRPr>
            </a:lvl3pPr>
            <a:lvl4pPr marL="791980" indent="-230394" algn="l">
              <a:spcBef>
                <a:spcPts val="32"/>
              </a:spcBef>
              <a:buFont typeface="Helvetica 55 Roman" panose="020B0604020202020204" pitchFamily="34" charset="0"/>
              <a:buChar char="–"/>
              <a:defRPr>
                <a:solidFill>
                  <a:schemeClr val="tx1"/>
                </a:solidFill>
              </a:defRPr>
            </a:lvl4pPr>
            <a:lvl5pPr marL="1065573" indent="-254394" algn="l">
              <a:buFont typeface="Helvetica 55 Roman" panose="020B0604020202020204" pitchFamily="34" charset="0"/>
              <a:buChar char="–"/>
              <a:defRPr>
                <a:solidFill>
                  <a:schemeClr val="tx1"/>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fr-FR" dirty="0"/>
              <a:t>Cliquez pour modifier le nom du présentateur</a:t>
            </a:r>
          </a:p>
        </p:txBody>
      </p:sp>
      <p:grpSp>
        <p:nvGrpSpPr>
          <p:cNvPr id="3" name="Group 2"/>
          <p:cNvGrpSpPr/>
          <p:nvPr/>
        </p:nvGrpSpPr>
        <p:grpSpPr>
          <a:xfrm>
            <a:off x="418048" y="5645152"/>
            <a:ext cx="817033" cy="817033"/>
            <a:chOff x="313535" y="4233863"/>
            <a:chExt cx="612775" cy="612775"/>
          </a:xfrm>
        </p:grpSpPr>
        <p:sp>
          <p:nvSpPr>
            <p:cNvPr id="43" name="Rectangle 5"/>
            <p:cNvSpPr>
              <a:spLocks noChangeArrowheads="1"/>
            </p:cNvSpPr>
            <p:nvPr/>
          </p:nvSpPr>
          <p:spPr bwMode="auto">
            <a:xfrm>
              <a:off x="313535" y="4233863"/>
              <a:ext cx="612775" cy="612775"/>
            </a:xfrm>
            <a:prstGeom prst="rect">
              <a:avLst/>
            </a:prstGeom>
            <a:solidFill>
              <a:srgbClr val="FF79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44" name="Freeform 6"/>
            <p:cNvSpPr>
              <a:spLocks noEditPoints="1"/>
            </p:cNvSpPr>
            <p:nvPr/>
          </p:nvSpPr>
          <p:spPr bwMode="auto">
            <a:xfrm>
              <a:off x="500860" y="4708526"/>
              <a:ext cx="74613" cy="87313"/>
            </a:xfrm>
            <a:custGeom>
              <a:avLst/>
              <a:gdLst>
                <a:gd name="T0" fmla="*/ 66 w 93"/>
                <a:gd name="T1" fmla="*/ 99 h 109"/>
                <a:gd name="T2" fmla="*/ 31 w 93"/>
                <a:gd name="T3" fmla="*/ 109 h 109"/>
                <a:gd name="T4" fmla="*/ 0 w 93"/>
                <a:gd name="T5" fmla="*/ 79 h 109"/>
                <a:gd name="T6" fmla="*/ 66 w 93"/>
                <a:gd name="T7" fmla="*/ 37 h 109"/>
                <a:gd name="T8" fmla="*/ 66 w 93"/>
                <a:gd name="T9" fmla="*/ 32 h 109"/>
                <a:gd name="T10" fmla="*/ 49 w 93"/>
                <a:gd name="T11" fmla="*/ 19 h 109"/>
                <a:gd name="T12" fmla="*/ 24 w 93"/>
                <a:gd name="T13" fmla="*/ 32 h 109"/>
                <a:gd name="T14" fmla="*/ 5 w 93"/>
                <a:gd name="T15" fmla="*/ 21 h 109"/>
                <a:gd name="T16" fmla="*/ 50 w 93"/>
                <a:gd name="T17" fmla="*/ 0 h 109"/>
                <a:gd name="T18" fmla="*/ 93 w 93"/>
                <a:gd name="T19" fmla="*/ 32 h 109"/>
                <a:gd name="T20" fmla="*/ 93 w 93"/>
                <a:gd name="T21" fmla="*/ 108 h 109"/>
                <a:gd name="T22" fmla="*/ 68 w 93"/>
                <a:gd name="T23" fmla="*/ 108 h 109"/>
                <a:gd name="T24" fmla="*/ 66 w 93"/>
                <a:gd name="T25" fmla="*/ 99 h 109"/>
                <a:gd name="T26" fmla="*/ 27 w 93"/>
                <a:gd name="T27" fmla="*/ 77 h 109"/>
                <a:gd name="T28" fmla="*/ 39 w 93"/>
                <a:gd name="T29" fmla="*/ 90 h 109"/>
                <a:gd name="T30" fmla="*/ 65 w 93"/>
                <a:gd name="T31" fmla="*/ 79 h 109"/>
                <a:gd name="T32" fmla="*/ 65 w 93"/>
                <a:gd name="T33" fmla="*/ 54 h 109"/>
                <a:gd name="T34" fmla="*/ 27 w 93"/>
                <a:gd name="T35" fmla="*/ 77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 h="109">
                  <a:moveTo>
                    <a:pt x="66" y="99"/>
                  </a:moveTo>
                  <a:cubicBezTo>
                    <a:pt x="55" y="106"/>
                    <a:pt x="43" y="109"/>
                    <a:pt x="31" y="109"/>
                  </a:cubicBezTo>
                  <a:cubicBezTo>
                    <a:pt x="11" y="109"/>
                    <a:pt x="0" y="96"/>
                    <a:pt x="0" y="79"/>
                  </a:cubicBezTo>
                  <a:cubicBezTo>
                    <a:pt x="0" y="55"/>
                    <a:pt x="21" y="42"/>
                    <a:pt x="66" y="37"/>
                  </a:cubicBezTo>
                  <a:cubicBezTo>
                    <a:pt x="66" y="32"/>
                    <a:pt x="66" y="32"/>
                    <a:pt x="66" y="32"/>
                  </a:cubicBezTo>
                  <a:cubicBezTo>
                    <a:pt x="66" y="24"/>
                    <a:pt x="60" y="19"/>
                    <a:pt x="49" y="19"/>
                  </a:cubicBezTo>
                  <a:cubicBezTo>
                    <a:pt x="39" y="19"/>
                    <a:pt x="30" y="24"/>
                    <a:pt x="24" y="32"/>
                  </a:cubicBezTo>
                  <a:cubicBezTo>
                    <a:pt x="5" y="21"/>
                    <a:pt x="5" y="21"/>
                    <a:pt x="5" y="21"/>
                  </a:cubicBezTo>
                  <a:cubicBezTo>
                    <a:pt x="15" y="7"/>
                    <a:pt x="30" y="0"/>
                    <a:pt x="50" y="0"/>
                  </a:cubicBezTo>
                  <a:cubicBezTo>
                    <a:pt x="77" y="0"/>
                    <a:pt x="93" y="12"/>
                    <a:pt x="93" y="32"/>
                  </a:cubicBezTo>
                  <a:cubicBezTo>
                    <a:pt x="93" y="32"/>
                    <a:pt x="93" y="108"/>
                    <a:pt x="93" y="108"/>
                  </a:cubicBezTo>
                  <a:cubicBezTo>
                    <a:pt x="68" y="108"/>
                    <a:pt x="68" y="108"/>
                    <a:pt x="68" y="108"/>
                  </a:cubicBezTo>
                  <a:lnTo>
                    <a:pt x="66" y="99"/>
                  </a:lnTo>
                  <a:close/>
                  <a:moveTo>
                    <a:pt x="27" y="77"/>
                  </a:moveTo>
                  <a:cubicBezTo>
                    <a:pt x="27" y="84"/>
                    <a:pt x="31" y="90"/>
                    <a:pt x="39" y="90"/>
                  </a:cubicBezTo>
                  <a:cubicBezTo>
                    <a:pt x="48" y="90"/>
                    <a:pt x="57" y="87"/>
                    <a:pt x="65" y="79"/>
                  </a:cubicBezTo>
                  <a:cubicBezTo>
                    <a:pt x="65" y="54"/>
                    <a:pt x="65" y="54"/>
                    <a:pt x="65" y="54"/>
                  </a:cubicBezTo>
                  <a:cubicBezTo>
                    <a:pt x="39" y="57"/>
                    <a:pt x="27" y="64"/>
                    <a:pt x="27" y="7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45" name="Freeform 7"/>
            <p:cNvSpPr>
              <a:spLocks/>
            </p:cNvSpPr>
            <p:nvPr/>
          </p:nvSpPr>
          <p:spPr bwMode="auto">
            <a:xfrm>
              <a:off x="592935" y="4708526"/>
              <a:ext cx="76200" cy="87313"/>
            </a:xfrm>
            <a:custGeom>
              <a:avLst/>
              <a:gdLst>
                <a:gd name="T0" fmla="*/ 0 w 94"/>
                <a:gd name="T1" fmla="*/ 5 h 108"/>
                <a:gd name="T2" fmla="*/ 23 w 94"/>
                <a:gd name="T3" fmla="*/ 2 h 108"/>
                <a:gd name="T4" fmla="*/ 25 w 94"/>
                <a:gd name="T5" fmla="*/ 15 h 108"/>
                <a:gd name="T6" fmla="*/ 61 w 94"/>
                <a:gd name="T7" fmla="*/ 0 h 108"/>
                <a:gd name="T8" fmla="*/ 94 w 94"/>
                <a:gd name="T9" fmla="*/ 34 h 108"/>
                <a:gd name="T10" fmla="*/ 94 w 94"/>
                <a:gd name="T11" fmla="*/ 108 h 108"/>
                <a:gd name="T12" fmla="*/ 66 w 94"/>
                <a:gd name="T13" fmla="*/ 108 h 108"/>
                <a:gd name="T14" fmla="*/ 66 w 94"/>
                <a:gd name="T15" fmla="*/ 39 h 108"/>
                <a:gd name="T16" fmla="*/ 53 w 94"/>
                <a:gd name="T17" fmla="*/ 21 h 108"/>
                <a:gd name="T18" fmla="*/ 27 w 94"/>
                <a:gd name="T19" fmla="*/ 32 h 108"/>
                <a:gd name="T20" fmla="*/ 27 w 94"/>
                <a:gd name="T21" fmla="*/ 108 h 108"/>
                <a:gd name="T22" fmla="*/ 0 w 94"/>
                <a:gd name="T23" fmla="*/ 108 h 108"/>
                <a:gd name="T24" fmla="*/ 0 w 94"/>
                <a:gd name="T25" fmla="*/ 5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4" h="108">
                  <a:moveTo>
                    <a:pt x="0" y="5"/>
                  </a:moveTo>
                  <a:cubicBezTo>
                    <a:pt x="23" y="2"/>
                    <a:pt x="23" y="2"/>
                    <a:pt x="23" y="2"/>
                  </a:cubicBezTo>
                  <a:cubicBezTo>
                    <a:pt x="25" y="15"/>
                    <a:pt x="25" y="15"/>
                    <a:pt x="25" y="15"/>
                  </a:cubicBezTo>
                  <a:cubicBezTo>
                    <a:pt x="38" y="5"/>
                    <a:pt x="48" y="0"/>
                    <a:pt x="61" y="0"/>
                  </a:cubicBezTo>
                  <a:cubicBezTo>
                    <a:pt x="83" y="0"/>
                    <a:pt x="94" y="12"/>
                    <a:pt x="94" y="34"/>
                  </a:cubicBezTo>
                  <a:cubicBezTo>
                    <a:pt x="94" y="108"/>
                    <a:pt x="94" y="108"/>
                    <a:pt x="94" y="108"/>
                  </a:cubicBezTo>
                  <a:cubicBezTo>
                    <a:pt x="66" y="108"/>
                    <a:pt x="66" y="108"/>
                    <a:pt x="66" y="108"/>
                  </a:cubicBezTo>
                  <a:cubicBezTo>
                    <a:pt x="66" y="39"/>
                    <a:pt x="66" y="39"/>
                    <a:pt x="66" y="39"/>
                  </a:cubicBezTo>
                  <a:cubicBezTo>
                    <a:pt x="66" y="26"/>
                    <a:pt x="63" y="21"/>
                    <a:pt x="53" y="21"/>
                  </a:cubicBezTo>
                  <a:cubicBezTo>
                    <a:pt x="45" y="21"/>
                    <a:pt x="36" y="24"/>
                    <a:pt x="27" y="32"/>
                  </a:cubicBezTo>
                  <a:cubicBezTo>
                    <a:pt x="27" y="108"/>
                    <a:pt x="27" y="108"/>
                    <a:pt x="27" y="108"/>
                  </a:cubicBezTo>
                  <a:cubicBezTo>
                    <a:pt x="0" y="108"/>
                    <a:pt x="0" y="108"/>
                    <a:pt x="0" y="108"/>
                  </a:cubicBezTo>
                  <a:lnTo>
                    <a:pt x="0" y="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46" name="Freeform 8"/>
            <p:cNvSpPr>
              <a:spLocks noEditPoints="1"/>
            </p:cNvSpPr>
            <p:nvPr/>
          </p:nvSpPr>
          <p:spPr bwMode="auto">
            <a:xfrm>
              <a:off x="778673" y="4708526"/>
              <a:ext cx="79375" cy="88900"/>
            </a:xfrm>
            <a:custGeom>
              <a:avLst/>
              <a:gdLst>
                <a:gd name="T0" fmla="*/ 50 w 98"/>
                <a:gd name="T1" fmla="*/ 110 h 110"/>
                <a:gd name="T2" fmla="*/ 0 w 98"/>
                <a:gd name="T3" fmla="*/ 55 h 110"/>
                <a:gd name="T4" fmla="*/ 49 w 98"/>
                <a:gd name="T5" fmla="*/ 0 h 110"/>
                <a:gd name="T6" fmla="*/ 98 w 98"/>
                <a:gd name="T7" fmla="*/ 54 h 110"/>
                <a:gd name="T8" fmla="*/ 97 w 98"/>
                <a:gd name="T9" fmla="*/ 59 h 110"/>
                <a:gd name="T10" fmla="*/ 27 w 98"/>
                <a:gd name="T11" fmla="*/ 59 h 110"/>
                <a:gd name="T12" fmla="*/ 52 w 98"/>
                <a:gd name="T13" fmla="*/ 89 h 110"/>
                <a:gd name="T14" fmla="*/ 76 w 98"/>
                <a:gd name="T15" fmla="*/ 76 h 110"/>
                <a:gd name="T16" fmla="*/ 96 w 98"/>
                <a:gd name="T17" fmla="*/ 87 h 110"/>
                <a:gd name="T18" fmla="*/ 50 w 98"/>
                <a:gd name="T19" fmla="*/ 110 h 110"/>
                <a:gd name="T20" fmla="*/ 70 w 98"/>
                <a:gd name="T21" fmla="*/ 41 h 110"/>
                <a:gd name="T22" fmla="*/ 49 w 98"/>
                <a:gd name="T23" fmla="*/ 19 h 110"/>
                <a:gd name="T24" fmla="*/ 28 w 98"/>
                <a:gd name="T25" fmla="*/ 41 h 110"/>
                <a:gd name="T26" fmla="*/ 70 w 98"/>
                <a:gd name="T27" fmla="*/ 41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8" h="110">
                  <a:moveTo>
                    <a:pt x="50" y="110"/>
                  </a:moveTo>
                  <a:cubicBezTo>
                    <a:pt x="19" y="110"/>
                    <a:pt x="0" y="90"/>
                    <a:pt x="0" y="55"/>
                  </a:cubicBezTo>
                  <a:cubicBezTo>
                    <a:pt x="0" y="20"/>
                    <a:pt x="19" y="0"/>
                    <a:pt x="49" y="0"/>
                  </a:cubicBezTo>
                  <a:cubicBezTo>
                    <a:pt x="80" y="0"/>
                    <a:pt x="98" y="20"/>
                    <a:pt x="98" y="54"/>
                  </a:cubicBezTo>
                  <a:cubicBezTo>
                    <a:pt x="98" y="56"/>
                    <a:pt x="97" y="57"/>
                    <a:pt x="97" y="59"/>
                  </a:cubicBezTo>
                  <a:cubicBezTo>
                    <a:pt x="27" y="59"/>
                    <a:pt x="27" y="59"/>
                    <a:pt x="27" y="59"/>
                  </a:cubicBezTo>
                  <a:cubicBezTo>
                    <a:pt x="28" y="79"/>
                    <a:pt x="36" y="89"/>
                    <a:pt x="52" y="89"/>
                  </a:cubicBezTo>
                  <a:cubicBezTo>
                    <a:pt x="63" y="89"/>
                    <a:pt x="70" y="85"/>
                    <a:pt x="76" y="76"/>
                  </a:cubicBezTo>
                  <a:cubicBezTo>
                    <a:pt x="96" y="87"/>
                    <a:pt x="96" y="87"/>
                    <a:pt x="96" y="87"/>
                  </a:cubicBezTo>
                  <a:cubicBezTo>
                    <a:pt x="87" y="102"/>
                    <a:pt x="71" y="110"/>
                    <a:pt x="50" y="110"/>
                  </a:cubicBezTo>
                  <a:close/>
                  <a:moveTo>
                    <a:pt x="70" y="41"/>
                  </a:moveTo>
                  <a:cubicBezTo>
                    <a:pt x="70" y="27"/>
                    <a:pt x="62" y="19"/>
                    <a:pt x="49" y="19"/>
                  </a:cubicBezTo>
                  <a:cubicBezTo>
                    <a:pt x="37" y="19"/>
                    <a:pt x="29" y="27"/>
                    <a:pt x="28" y="41"/>
                  </a:cubicBezTo>
                  <a:lnTo>
                    <a:pt x="70" y="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47" name="Freeform 9"/>
            <p:cNvSpPr>
              <a:spLocks noEditPoints="1"/>
            </p:cNvSpPr>
            <p:nvPr/>
          </p:nvSpPr>
          <p:spPr bwMode="auto">
            <a:xfrm>
              <a:off x="346873" y="4708526"/>
              <a:ext cx="84138" cy="88900"/>
            </a:xfrm>
            <a:custGeom>
              <a:avLst/>
              <a:gdLst>
                <a:gd name="T0" fmla="*/ 52 w 104"/>
                <a:gd name="T1" fmla="*/ 111 h 111"/>
                <a:gd name="T2" fmla="*/ 0 w 104"/>
                <a:gd name="T3" fmla="*/ 55 h 111"/>
                <a:gd name="T4" fmla="*/ 52 w 104"/>
                <a:gd name="T5" fmla="*/ 0 h 111"/>
                <a:gd name="T6" fmla="*/ 104 w 104"/>
                <a:gd name="T7" fmla="*/ 55 h 111"/>
                <a:gd name="T8" fmla="*/ 52 w 104"/>
                <a:gd name="T9" fmla="*/ 111 h 111"/>
                <a:gd name="T10" fmla="*/ 52 w 104"/>
                <a:gd name="T11" fmla="*/ 23 h 111"/>
                <a:gd name="T12" fmla="*/ 28 w 104"/>
                <a:gd name="T13" fmla="*/ 55 h 111"/>
                <a:gd name="T14" fmla="*/ 52 w 104"/>
                <a:gd name="T15" fmla="*/ 87 h 111"/>
                <a:gd name="T16" fmla="*/ 77 w 104"/>
                <a:gd name="T17" fmla="*/ 55 h 111"/>
                <a:gd name="T18" fmla="*/ 52 w 104"/>
                <a:gd name="T19" fmla="*/ 2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4" h="111">
                  <a:moveTo>
                    <a:pt x="52" y="111"/>
                  </a:moveTo>
                  <a:cubicBezTo>
                    <a:pt x="25" y="111"/>
                    <a:pt x="0" y="93"/>
                    <a:pt x="0" y="55"/>
                  </a:cubicBezTo>
                  <a:cubicBezTo>
                    <a:pt x="0" y="17"/>
                    <a:pt x="25" y="0"/>
                    <a:pt x="52" y="0"/>
                  </a:cubicBezTo>
                  <a:cubicBezTo>
                    <a:pt x="79" y="0"/>
                    <a:pt x="104" y="17"/>
                    <a:pt x="104" y="55"/>
                  </a:cubicBezTo>
                  <a:cubicBezTo>
                    <a:pt x="104" y="93"/>
                    <a:pt x="79" y="111"/>
                    <a:pt x="52" y="111"/>
                  </a:cubicBezTo>
                  <a:close/>
                  <a:moveTo>
                    <a:pt x="52" y="23"/>
                  </a:moveTo>
                  <a:cubicBezTo>
                    <a:pt x="31" y="23"/>
                    <a:pt x="28" y="42"/>
                    <a:pt x="28" y="55"/>
                  </a:cubicBezTo>
                  <a:cubicBezTo>
                    <a:pt x="28" y="69"/>
                    <a:pt x="31" y="87"/>
                    <a:pt x="52" y="87"/>
                  </a:cubicBezTo>
                  <a:cubicBezTo>
                    <a:pt x="73" y="87"/>
                    <a:pt x="77" y="69"/>
                    <a:pt x="77" y="55"/>
                  </a:cubicBezTo>
                  <a:cubicBezTo>
                    <a:pt x="77" y="42"/>
                    <a:pt x="73" y="23"/>
                    <a:pt x="52" y="2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48" name="Freeform 10"/>
            <p:cNvSpPr>
              <a:spLocks/>
            </p:cNvSpPr>
            <p:nvPr/>
          </p:nvSpPr>
          <p:spPr bwMode="auto">
            <a:xfrm>
              <a:off x="446885" y="4708526"/>
              <a:ext cx="47625" cy="87313"/>
            </a:xfrm>
            <a:custGeom>
              <a:avLst/>
              <a:gdLst>
                <a:gd name="T0" fmla="*/ 0 w 59"/>
                <a:gd name="T1" fmla="*/ 3 h 108"/>
                <a:gd name="T2" fmla="*/ 26 w 59"/>
                <a:gd name="T3" fmla="*/ 3 h 108"/>
                <a:gd name="T4" fmla="*/ 26 w 59"/>
                <a:gd name="T5" fmla="*/ 15 h 108"/>
                <a:gd name="T6" fmla="*/ 55 w 59"/>
                <a:gd name="T7" fmla="*/ 0 h 108"/>
                <a:gd name="T8" fmla="*/ 59 w 59"/>
                <a:gd name="T9" fmla="*/ 1 h 108"/>
                <a:gd name="T10" fmla="*/ 59 w 59"/>
                <a:gd name="T11" fmla="*/ 27 h 108"/>
                <a:gd name="T12" fmla="*/ 58 w 59"/>
                <a:gd name="T13" fmla="*/ 27 h 108"/>
                <a:gd name="T14" fmla="*/ 28 w 59"/>
                <a:gd name="T15" fmla="*/ 38 h 108"/>
                <a:gd name="T16" fmla="*/ 28 w 59"/>
                <a:gd name="T17" fmla="*/ 108 h 108"/>
                <a:gd name="T18" fmla="*/ 0 w 59"/>
                <a:gd name="T19" fmla="*/ 108 h 108"/>
                <a:gd name="T20" fmla="*/ 0 w 59"/>
                <a:gd name="T21" fmla="*/ 3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108">
                  <a:moveTo>
                    <a:pt x="0" y="3"/>
                  </a:moveTo>
                  <a:cubicBezTo>
                    <a:pt x="26" y="3"/>
                    <a:pt x="26" y="3"/>
                    <a:pt x="26" y="3"/>
                  </a:cubicBezTo>
                  <a:cubicBezTo>
                    <a:pt x="26" y="15"/>
                    <a:pt x="26" y="15"/>
                    <a:pt x="26" y="15"/>
                  </a:cubicBezTo>
                  <a:cubicBezTo>
                    <a:pt x="31" y="8"/>
                    <a:pt x="44" y="0"/>
                    <a:pt x="55" y="0"/>
                  </a:cubicBezTo>
                  <a:cubicBezTo>
                    <a:pt x="57" y="0"/>
                    <a:pt x="58" y="0"/>
                    <a:pt x="59" y="1"/>
                  </a:cubicBezTo>
                  <a:cubicBezTo>
                    <a:pt x="59" y="27"/>
                    <a:pt x="59" y="27"/>
                    <a:pt x="59" y="27"/>
                  </a:cubicBezTo>
                  <a:cubicBezTo>
                    <a:pt x="59" y="27"/>
                    <a:pt x="58" y="27"/>
                    <a:pt x="58" y="27"/>
                  </a:cubicBezTo>
                  <a:cubicBezTo>
                    <a:pt x="46" y="27"/>
                    <a:pt x="32" y="28"/>
                    <a:pt x="28" y="38"/>
                  </a:cubicBezTo>
                  <a:cubicBezTo>
                    <a:pt x="28" y="108"/>
                    <a:pt x="28" y="108"/>
                    <a:pt x="28" y="108"/>
                  </a:cubicBezTo>
                  <a:cubicBezTo>
                    <a:pt x="0" y="108"/>
                    <a:pt x="0" y="108"/>
                    <a:pt x="0" y="108"/>
                  </a:cubicBezTo>
                  <a:lnTo>
                    <a:pt x="0" y="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49" name="Freeform 11"/>
            <p:cNvSpPr>
              <a:spLocks noEditPoints="1"/>
            </p:cNvSpPr>
            <p:nvPr/>
          </p:nvSpPr>
          <p:spPr bwMode="auto">
            <a:xfrm>
              <a:off x="685010" y="4708526"/>
              <a:ext cx="79375" cy="120650"/>
            </a:xfrm>
            <a:custGeom>
              <a:avLst/>
              <a:gdLst>
                <a:gd name="T0" fmla="*/ 49 w 98"/>
                <a:gd name="T1" fmla="*/ 85 h 149"/>
                <a:gd name="T2" fmla="*/ 72 w 98"/>
                <a:gd name="T3" fmla="*/ 50 h 149"/>
                <a:gd name="T4" fmla="*/ 49 w 98"/>
                <a:gd name="T5" fmla="*/ 20 h 149"/>
                <a:gd name="T6" fmla="*/ 28 w 98"/>
                <a:gd name="T7" fmla="*/ 51 h 149"/>
                <a:gd name="T8" fmla="*/ 49 w 98"/>
                <a:gd name="T9" fmla="*/ 85 h 149"/>
                <a:gd name="T10" fmla="*/ 98 w 98"/>
                <a:gd name="T11" fmla="*/ 2 h 149"/>
                <a:gd name="T12" fmla="*/ 98 w 98"/>
                <a:gd name="T13" fmla="*/ 102 h 149"/>
                <a:gd name="T14" fmla="*/ 47 w 98"/>
                <a:gd name="T15" fmla="*/ 149 h 149"/>
                <a:gd name="T16" fmla="*/ 3 w 98"/>
                <a:gd name="T17" fmla="*/ 123 h 149"/>
                <a:gd name="T18" fmla="*/ 30 w 98"/>
                <a:gd name="T19" fmla="*/ 118 h 149"/>
                <a:gd name="T20" fmla="*/ 50 w 98"/>
                <a:gd name="T21" fmla="*/ 128 h 149"/>
                <a:gd name="T22" fmla="*/ 72 w 98"/>
                <a:gd name="T23" fmla="*/ 105 h 149"/>
                <a:gd name="T24" fmla="*/ 72 w 98"/>
                <a:gd name="T25" fmla="*/ 93 h 149"/>
                <a:gd name="T26" fmla="*/ 71 w 98"/>
                <a:gd name="T27" fmla="*/ 92 h 149"/>
                <a:gd name="T28" fmla="*/ 44 w 98"/>
                <a:gd name="T29" fmla="*/ 108 h 149"/>
                <a:gd name="T30" fmla="*/ 0 w 98"/>
                <a:gd name="T31" fmla="*/ 55 h 149"/>
                <a:gd name="T32" fmla="*/ 42 w 98"/>
                <a:gd name="T33" fmla="*/ 0 h 149"/>
                <a:gd name="T34" fmla="*/ 73 w 98"/>
                <a:gd name="T35" fmla="*/ 15 h 149"/>
                <a:gd name="T36" fmla="*/ 73 w 98"/>
                <a:gd name="T37" fmla="*/ 15 h 149"/>
                <a:gd name="T38" fmla="*/ 75 w 98"/>
                <a:gd name="T39" fmla="*/ 2 h 149"/>
                <a:gd name="T40" fmla="*/ 98 w 98"/>
                <a:gd name="T41" fmla="*/ 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8" h="149">
                  <a:moveTo>
                    <a:pt x="49" y="85"/>
                  </a:moveTo>
                  <a:cubicBezTo>
                    <a:pt x="70" y="85"/>
                    <a:pt x="72" y="64"/>
                    <a:pt x="72" y="50"/>
                  </a:cubicBezTo>
                  <a:cubicBezTo>
                    <a:pt x="72" y="33"/>
                    <a:pt x="64" y="20"/>
                    <a:pt x="49" y="20"/>
                  </a:cubicBezTo>
                  <a:cubicBezTo>
                    <a:pt x="39" y="20"/>
                    <a:pt x="28" y="27"/>
                    <a:pt x="28" y="51"/>
                  </a:cubicBezTo>
                  <a:cubicBezTo>
                    <a:pt x="28" y="64"/>
                    <a:pt x="29" y="85"/>
                    <a:pt x="49" y="85"/>
                  </a:cubicBezTo>
                  <a:close/>
                  <a:moveTo>
                    <a:pt x="98" y="2"/>
                  </a:moveTo>
                  <a:cubicBezTo>
                    <a:pt x="98" y="102"/>
                    <a:pt x="98" y="102"/>
                    <a:pt x="98" y="102"/>
                  </a:cubicBezTo>
                  <a:cubicBezTo>
                    <a:pt x="98" y="119"/>
                    <a:pt x="97" y="148"/>
                    <a:pt x="47" y="149"/>
                  </a:cubicBezTo>
                  <a:cubicBezTo>
                    <a:pt x="26" y="149"/>
                    <a:pt x="7" y="141"/>
                    <a:pt x="3" y="123"/>
                  </a:cubicBezTo>
                  <a:cubicBezTo>
                    <a:pt x="30" y="118"/>
                    <a:pt x="30" y="118"/>
                    <a:pt x="30" y="118"/>
                  </a:cubicBezTo>
                  <a:cubicBezTo>
                    <a:pt x="32" y="123"/>
                    <a:pt x="35" y="128"/>
                    <a:pt x="50" y="128"/>
                  </a:cubicBezTo>
                  <a:cubicBezTo>
                    <a:pt x="65" y="128"/>
                    <a:pt x="72" y="122"/>
                    <a:pt x="72" y="105"/>
                  </a:cubicBezTo>
                  <a:cubicBezTo>
                    <a:pt x="72" y="93"/>
                    <a:pt x="72" y="93"/>
                    <a:pt x="72" y="93"/>
                  </a:cubicBezTo>
                  <a:cubicBezTo>
                    <a:pt x="71" y="92"/>
                    <a:pt x="71" y="92"/>
                    <a:pt x="71" y="92"/>
                  </a:cubicBezTo>
                  <a:cubicBezTo>
                    <a:pt x="67" y="100"/>
                    <a:pt x="60" y="108"/>
                    <a:pt x="44" y="108"/>
                  </a:cubicBezTo>
                  <a:cubicBezTo>
                    <a:pt x="19" y="108"/>
                    <a:pt x="0" y="91"/>
                    <a:pt x="0" y="55"/>
                  </a:cubicBezTo>
                  <a:cubicBezTo>
                    <a:pt x="0" y="20"/>
                    <a:pt x="20" y="0"/>
                    <a:pt x="42" y="0"/>
                  </a:cubicBezTo>
                  <a:cubicBezTo>
                    <a:pt x="63" y="0"/>
                    <a:pt x="71" y="10"/>
                    <a:pt x="73" y="15"/>
                  </a:cubicBezTo>
                  <a:cubicBezTo>
                    <a:pt x="73" y="15"/>
                    <a:pt x="73" y="15"/>
                    <a:pt x="73" y="15"/>
                  </a:cubicBezTo>
                  <a:cubicBezTo>
                    <a:pt x="75" y="2"/>
                    <a:pt x="75" y="2"/>
                    <a:pt x="75" y="2"/>
                  </a:cubicBezTo>
                  <a:lnTo>
                    <a:pt x="98" y="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sp>
          <p:nvSpPr>
            <p:cNvPr id="50" name="Freeform 12"/>
            <p:cNvSpPr>
              <a:spLocks noEditPoints="1"/>
            </p:cNvSpPr>
            <p:nvPr/>
          </p:nvSpPr>
          <p:spPr bwMode="auto">
            <a:xfrm>
              <a:off x="843760" y="4678363"/>
              <a:ext cx="58738" cy="26988"/>
            </a:xfrm>
            <a:custGeom>
              <a:avLst/>
              <a:gdLst>
                <a:gd name="T0" fmla="*/ 14 w 37"/>
                <a:gd name="T1" fmla="*/ 2 h 17"/>
                <a:gd name="T2" fmla="*/ 9 w 37"/>
                <a:gd name="T3" fmla="*/ 2 h 17"/>
                <a:gd name="T4" fmla="*/ 9 w 37"/>
                <a:gd name="T5" fmla="*/ 17 h 17"/>
                <a:gd name="T6" fmla="*/ 6 w 37"/>
                <a:gd name="T7" fmla="*/ 17 h 17"/>
                <a:gd name="T8" fmla="*/ 6 w 37"/>
                <a:gd name="T9" fmla="*/ 2 h 17"/>
                <a:gd name="T10" fmla="*/ 0 w 37"/>
                <a:gd name="T11" fmla="*/ 2 h 17"/>
                <a:gd name="T12" fmla="*/ 0 w 37"/>
                <a:gd name="T13" fmla="*/ 0 h 17"/>
                <a:gd name="T14" fmla="*/ 14 w 37"/>
                <a:gd name="T15" fmla="*/ 0 h 17"/>
                <a:gd name="T16" fmla="*/ 14 w 37"/>
                <a:gd name="T17" fmla="*/ 2 h 17"/>
                <a:gd name="T18" fmla="*/ 37 w 37"/>
                <a:gd name="T19" fmla="*/ 17 h 17"/>
                <a:gd name="T20" fmla="*/ 34 w 37"/>
                <a:gd name="T21" fmla="*/ 17 h 17"/>
                <a:gd name="T22" fmla="*/ 34 w 37"/>
                <a:gd name="T23" fmla="*/ 2 h 17"/>
                <a:gd name="T24" fmla="*/ 34 w 37"/>
                <a:gd name="T25" fmla="*/ 2 h 17"/>
                <a:gd name="T26" fmla="*/ 29 w 37"/>
                <a:gd name="T27" fmla="*/ 17 h 17"/>
                <a:gd name="T28" fmla="*/ 27 w 37"/>
                <a:gd name="T29" fmla="*/ 17 h 17"/>
                <a:gd name="T30" fmla="*/ 21 w 37"/>
                <a:gd name="T31" fmla="*/ 2 h 17"/>
                <a:gd name="T32" fmla="*/ 20 w 37"/>
                <a:gd name="T33" fmla="*/ 2 h 17"/>
                <a:gd name="T34" fmla="*/ 20 w 37"/>
                <a:gd name="T35" fmla="*/ 17 h 17"/>
                <a:gd name="T36" fmla="*/ 18 w 37"/>
                <a:gd name="T37" fmla="*/ 17 h 17"/>
                <a:gd name="T38" fmla="*/ 18 w 37"/>
                <a:gd name="T39" fmla="*/ 0 h 17"/>
                <a:gd name="T40" fmla="*/ 22 w 37"/>
                <a:gd name="T41" fmla="*/ 0 h 17"/>
                <a:gd name="T42" fmla="*/ 28 w 37"/>
                <a:gd name="T43" fmla="*/ 13 h 17"/>
                <a:gd name="T44" fmla="*/ 33 w 37"/>
                <a:gd name="T45" fmla="*/ 0 h 17"/>
                <a:gd name="T46" fmla="*/ 37 w 37"/>
                <a:gd name="T47" fmla="*/ 0 h 17"/>
                <a:gd name="T48" fmla="*/ 37 w 37"/>
                <a:gd name="T49"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7" h="17">
                  <a:moveTo>
                    <a:pt x="14" y="2"/>
                  </a:moveTo>
                  <a:lnTo>
                    <a:pt x="9" y="2"/>
                  </a:lnTo>
                  <a:lnTo>
                    <a:pt x="9" y="17"/>
                  </a:lnTo>
                  <a:lnTo>
                    <a:pt x="6" y="17"/>
                  </a:lnTo>
                  <a:lnTo>
                    <a:pt x="6" y="2"/>
                  </a:lnTo>
                  <a:lnTo>
                    <a:pt x="0" y="2"/>
                  </a:lnTo>
                  <a:lnTo>
                    <a:pt x="0" y="0"/>
                  </a:lnTo>
                  <a:lnTo>
                    <a:pt x="14" y="0"/>
                  </a:lnTo>
                  <a:lnTo>
                    <a:pt x="14" y="2"/>
                  </a:lnTo>
                  <a:close/>
                  <a:moveTo>
                    <a:pt x="37" y="17"/>
                  </a:moveTo>
                  <a:lnTo>
                    <a:pt x="34" y="17"/>
                  </a:lnTo>
                  <a:lnTo>
                    <a:pt x="34" y="2"/>
                  </a:lnTo>
                  <a:lnTo>
                    <a:pt x="34" y="2"/>
                  </a:lnTo>
                  <a:lnTo>
                    <a:pt x="29" y="17"/>
                  </a:lnTo>
                  <a:lnTo>
                    <a:pt x="27" y="17"/>
                  </a:lnTo>
                  <a:lnTo>
                    <a:pt x="21" y="2"/>
                  </a:lnTo>
                  <a:lnTo>
                    <a:pt x="20" y="2"/>
                  </a:lnTo>
                  <a:lnTo>
                    <a:pt x="20" y="17"/>
                  </a:lnTo>
                  <a:lnTo>
                    <a:pt x="18" y="17"/>
                  </a:lnTo>
                  <a:lnTo>
                    <a:pt x="18" y="0"/>
                  </a:lnTo>
                  <a:lnTo>
                    <a:pt x="22" y="0"/>
                  </a:lnTo>
                  <a:lnTo>
                    <a:pt x="28" y="13"/>
                  </a:lnTo>
                  <a:lnTo>
                    <a:pt x="33" y="0"/>
                  </a:lnTo>
                  <a:lnTo>
                    <a:pt x="37" y="0"/>
                  </a:lnTo>
                  <a:lnTo>
                    <a:pt x="37" y="1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400"/>
            </a:p>
          </p:txBody>
        </p:sp>
      </p:grpSp>
    </p:spTree>
    <p:extLst>
      <p:ext uri="{BB962C8B-B14F-4D97-AF65-F5344CB8AC3E}">
        <p14:creationId xmlns:p14="http://schemas.microsoft.com/office/powerpoint/2010/main" val="1579468593"/>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ommaire">
    <p:spTree>
      <p:nvGrpSpPr>
        <p:cNvPr id="1" name=""/>
        <p:cNvGrpSpPr/>
        <p:nvPr/>
      </p:nvGrpSpPr>
      <p:grpSpPr>
        <a:xfrm>
          <a:off x="0" y="0"/>
          <a:ext cx="0" cy="0"/>
          <a:chOff x="0" y="0"/>
          <a:chExt cx="0" cy="0"/>
        </a:xfrm>
      </p:grpSpPr>
      <p:sp>
        <p:nvSpPr>
          <p:cNvPr id="4" name="Content Placeholder 2"/>
          <p:cNvSpPr>
            <a:spLocks noGrp="1"/>
          </p:cNvSpPr>
          <p:nvPr>
            <p:ph idx="1" hasCustomPrompt="1"/>
          </p:nvPr>
        </p:nvSpPr>
        <p:spPr>
          <a:xfrm>
            <a:off x="419101" y="357717"/>
            <a:ext cx="11353799" cy="5708649"/>
          </a:xfrm>
        </p:spPr>
        <p:txBody>
          <a:bodyPr/>
          <a:lstStyle>
            <a:lvl1pPr>
              <a:spcBef>
                <a:spcPts val="0"/>
              </a:spcBef>
              <a:defRPr sz="4000"/>
            </a:lvl1pPr>
            <a:lvl2pPr marL="478355" indent="-478355">
              <a:spcBef>
                <a:spcPts val="0"/>
              </a:spcBef>
              <a:buClrTx/>
              <a:buSzPct val="100000"/>
              <a:buFont typeface="+mj-lt"/>
              <a:buAutoNum type="arabicPeriod"/>
              <a:defRPr sz="4000"/>
            </a:lvl2pPr>
            <a:lvl3pPr>
              <a:defRPr sz="2400"/>
            </a:lvl3pPr>
            <a:lvl4pPr>
              <a:defRPr sz="2400"/>
            </a:lvl4pPr>
            <a:lvl5pPr>
              <a:defRPr sz="2400"/>
            </a:lvl5pPr>
          </a:lstStyle>
          <a:p>
            <a:pPr lvl="0"/>
            <a:r>
              <a:rPr lang="fr-FR" noProof="0" dirty="0"/>
              <a:t>Cliquez pour modifier le contenu</a:t>
            </a:r>
          </a:p>
          <a:p>
            <a:pPr lvl="1"/>
            <a:r>
              <a:rPr lang="fr-FR" noProof="0" dirty="0"/>
              <a:t>Deuxième niveau</a:t>
            </a:r>
          </a:p>
        </p:txBody>
      </p:sp>
      <p:sp>
        <p:nvSpPr>
          <p:cNvPr id="5" name="TextBox 4"/>
          <p:cNvSpPr txBox="1"/>
          <p:nvPr/>
        </p:nvSpPr>
        <p:spPr>
          <a:xfrm>
            <a:off x="826060" y="6332195"/>
            <a:ext cx="968214" cy="164212"/>
          </a:xfrm>
          <a:prstGeom prst="rect">
            <a:avLst/>
          </a:prstGeom>
          <a:noFill/>
        </p:spPr>
        <p:txBody>
          <a:bodyPr wrap="none" lIns="0" tIns="0" rIns="0" bIns="0" rtlCol="0">
            <a:spAutoFit/>
          </a:bodyPr>
          <a:lstStyle/>
          <a:p>
            <a:r>
              <a:rPr kumimoji="0" lang="fr-FR" sz="1067" b="0" i="0" u="none" strike="noStrike" kern="1200" cap="none" spc="0" normalizeH="0" baseline="0" noProof="0" dirty="0">
                <a:ln>
                  <a:noFill/>
                </a:ln>
                <a:solidFill>
                  <a:schemeClr val="bg2"/>
                </a:solidFill>
                <a:effectLst/>
                <a:uLnTx/>
                <a:uFillTx/>
                <a:latin typeface="Helvetica 75 Bold" panose="020B0804020202020204" pitchFamily="34" charset="0"/>
                <a:ea typeface="+mn-ea"/>
                <a:cs typeface="+mn-cs"/>
              </a:rPr>
              <a:t>Interne Orange</a:t>
            </a:r>
          </a:p>
        </p:txBody>
      </p:sp>
    </p:spTree>
    <p:extLst>
      <p:ext uri="{BB962C8B-B14F-4D97-AF65-F5344CB8AC3E}">
        <p14:creationId xmlns:p14="http://schemas.microsoft.com/office/powerpoint/2010/main" val="2033938561"/>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re de section">
    <p:spTree>
      <p:nvGrpSpPr>
        <p:cNvPr id="1" name=""/>
        <p:cNvGrpSpPr/>
        <p:nvPr/>
      </p:nvGrpSpPr>
      <p:grpSpPr>
        <a:xfrm>
          <a:off x="0" y="0"/>
          <a:ext cx="0" cy="0"/>
          <a:chOff x="0" y="0"/>
          <a:chExt cx="0" cy="0"/>
        </a:xfrm>
      </p:grpSpPr>
      <p:sp>
        <p:nvSpPr>
          <p:cNvPr id="8" name="Text Placeholder 7"/>
          <p:cNvSpPr>
            <a:spLocks noGrp="1"/>
          </p:cNvSpPr>
          <p:nvPr>
            <p:ph type="body" sz="quarter" idx="12" hasCustomPrompt="1"/>
          </p:nvPr>
        </p:nvSpPr>
        <p:spPr>
          <a:xfrm>
            <a:off x="418359" y="357717"/>
            <a:ext cx="8129119" cy="5708649"/>
          </a:xfrm>
        </p:spPr>
        <p:txBody>
          <a:bodyPr>
            <a:normAutofit/>
          </a:bodyPr>
          <a:lstStyle>
            <a:lvl1pPr>
              <a:lnSpc>
                <a:spcPct val="85000"/>
              </a:lnSpc>
              <a:spcBef>
                <a:spcPts val="0"/>
              </a:spcBef>
              <a:buNone/>
              <a:defRPr sz="7333" baseline="0"/>
            </a:lvl1pPr>
            <a:lvl2pPr>
              <a:lnSpc>
                <a:spcPct val="85000"/>
              </a:lnSpc>
              <a:spcBef>
                <a:spcPts val="0"/>
              </a:spcBef>
              <a:defRPr sz="7333"/>
            </a:lvl2pPr>
            <a:lvl3pPr>
              <a:defRPr sz="7333"/>
            </a:lvl3pPr>
            <a:lvl4pPr>
              <a:defRPr sz="7333"/>
            </a:lvl4pPr>
            <a:lvl5pPr>
              <a:defRPr sz="7333"/>
            </a:lvl5pPr>
          </a:lstStyle>
          <a:p>
            <a:pPr lvl="0"/>
            <a:r>
              <a:rPr lang="fr-FR" noProof="0" dirty="0"/>
              <a:t>Cliquez pour modifier le nom de la section </a:t>
            </a:r>
          </a:p>
          <a:p>
            <a:pPr lvl="1"/>
            <a:r>
              <a:rPr lang="fr-FR" noProof="0" dirty="0"/>
              <a:t>Deuxième niveau</a:t>
            </a:r>
          </a:p>
        </p:txBody>
      </p:sp>
      <p:sp>
        <p:nvSpPr>
          <p:cNvPr id="4" name="TextBox 3"/>
          <p:cNvSpPr txBox="1"/>
          <p:nvPr/>
        </p:nvSpPr>
        <p:spPr>
          <a:xfrm>
            <a:off x="826060" y="6332195"/>
            <a:ext cx="968214" cy="164212"/>
          </a:xfrm>
          <a:prstGeom prst="rect">
            <a:avLst/>
          </a:prstGeom>
          <a:noFill/>
        </p:spPr>
        <p:txBody>
          <a:bodyPr wrap="none" lIns="0" tIns="0" rIns="0" bIns="0" rtlCol="0">
            <a:spAutoFit/>
          </a:bodyPr>
          <a:lstStyle/>
          <a:p>
            <a:r>
              <a:rPr kumimoji="0" lang="fr-FR" sz="1067" b="0" i="0" u="none" strike="noStrike" kern="1200" cap="none" spc="0" normalizeH="0" baseline="0" noProof="0" dirty="0">
                <a:ln>
                  <a:noFill/>
                </a:ln>
                <a:solidFill>
                  <a:schemeClr val="bg2"/>
                </a:solidFill>
                <a:effectLst/>
                <a:uLnTx/>
                <a:uFillTx/>
                <a:latin typeface="Helvetica 75 Bold" panose="020B0804020202020204" pitchFamily="34" charset="0"/>
                <a:ea typeface="+mn-ea"/>
                <a:cs typeface="+mn-cs"/>
              </a:rPr>
              <a:t>Interne Orange</a:t>
            </a:r>
          </a:p>
        </p:txBody>
      </p:sp>
    </p:spTree>
    <p:extLst>
      <p:ext uri="{BB962C8B-B14F-4D97-AF65-F5344CB8AC3E}">
        <p14:creationId xmlns:p14="http://schemas.microsoft.com/office/powerpoint/2010/main" val="2545186793"/>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Deux contenu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419101" y="1579034"/>
            <a:ext cx="5289240" cy="4487332"/>
          </a:xfrm>
        </p:spPr>
        <p:txBody>
          <a:bodyPr>
            <a:normAutofit/>
          </a:bodyPr>
          <a:lstStyle>
            <a:lvl1pPr>
              <a:defRPr sz="1867" baseline="0"/>
            </a:lvl1pPr>
            <a:lvl2pPr>
              <a:defRPr sz="1867" baseline="0">
                <a:solidFill>
                  <a:schemeClr val="tx1"/>
                </a:solidFill>
              </a:defRPr>
            </a:lvl2pPr>
            <a:lvl3pPr>
              <a:defRPr sz="1867" baseline="0">
                <a:solidFill>
                  <a:schemeClr val="tx1"/>
                </a:solidFill>
              </a:defRPr>
            </a:lvl3pPr>
            <a:lvl4pPr>
              <a:defRPr sz="1867" baseline="0">
                <a:solidFill>
                  <a:schemeClr val="tx1"/>
                </a:solidFill>
              </a:defRPr>
            </a:lvl4pPr>
            <a:lvl5pPr>
              <a:defRPr sz="1867" baseline="0">
                <a:solidFill>
                  <a:schemeClr val="tx1"/>
                </a:solidFill>
              </a:defRPr>
            </a:lvl5pPr>
            <a:lvl6pPr>
              <a:defRPr sz="1867"/>
            </a:lvl6pPr>
            <a:lvl7pPr>
              <a:defRPr sz="2400"/>
            </a:lvl7pPr>
            <a:lvl8pPr>
              <a:defRPr sz="2400"/>
            </a:lvl8pPr>
            <a:lvl9pPr>
              <a:defRPr sz="2400"/>
            </a:lvl9pPr>
          </a:lstStyle>
          <a:p>
            <a:pPr lvl="0"/>
            <a:r>
              <a:rPr lang="fr-FR" noProof="0" dirty="0"/>
              <a:t>Cliquez pour modifier le texte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a:p>
            <a:pPr lvl="5"/>
            <a:r>
              <a:rPr lang="fr-FR" noProof="0" dirty="0"/>
              <a:t>Sixième niveau</a:t>
            </a:r>
          </a:p>
        </p:txBody>
      </p:sp>
      <p:sp>
        <p:nvSpPr>
          <p:cNvPr id="4" name="Content Placeholder 3"/>
          <p:cNvSpPr>
            <a:spLocks noGrp="1"/>
          </p:cNvSpPr>
          <p:nvPr>
            <p:ph sz="half" idx="2" hasCustomPrompt="1"/>
          </p:nvPr>
        </p:nvSpPr>
        <p:spPr>
          <a:xfrm>
            <a:off x="6486393" y="1578264"/>
            <a:ext cx="5286507" cy="4485891"/>
          </a:xfrm>
        </p:spPr>
        <p:txBody>
          <a:bodyPr>
            <a:normAutofit/>
          </a:bodyPr>
          <a:lstStyle>
            <a:lvl1pPr>
              <a:defRPr sz="1867"/>
            </a:lvl1pPr>
            <a:lvl2pPr>
              <a:defRPr sz="1867">
                <a:solidFill>
                  <a:schemeClr val="tx1"/>
                </a:solidFill>
              </a:defRPr>
            </a:lvl2pPr>
            <a:lvl3pPr>
              <a:defRPr sz="1867">
                <a:solidFill>
                  <a:schemeClr val="tx1"/>
                </a:solidFill>
              </a:defRPr>
            </a:lvl3pPr>
            <a:lvl4pPr>
              <a:defRPr sz="1867">
                <a:solidFill>
                  <a:schemeClr val="tx1"/>
                </a:solidFill>
              </a:defRPr>
            </a:lvl4pPr>
            <a:lvl5pPr>
              <a:defRPr sz="1867">
                <a:solidFill>
                  <a:schemeClr val="tx1"/>
                </a:solidFill>
              </a:defRPr>
            </a:lvl5pPr>
            <a:lvl6pPr>
              <a:defRPr sz="1867"/>
            </a:lvl6pPr>
            <a:lvl7pPr>
              <a:defRPr sz="2400"/>
            </a:lvl7pPr>
            <a:lvl8pPr>
              <a:defRPr sz="2400"/>
            </a:lvl8pPr>
            <a:lvl9pPr>
              <a:defRPr sz="2400"/>
            </a:lvl9pPr>
          </a:lstStyle>
          <a:p>
            <a:pPr lvl="0"/>
            <a:r>
              <a:rPr lang="fr-FR" noProof="0" dirty="0"/>
              <a:t>Cliquez pour modifier le texte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a:p>
            <a:pPr lvl="5"/>
            <a:r>
              <a:rPr lang="fr-FR" noProof="0" dirty="0"/>
              <a:t>Sixième niveau</a:t>
            </a:r>
          </a:p>
        </p:txBody>
      </p:sp>
      <p:sp>
        <p:nvSpPr>
          <p:cNvPr id="5" name="Title 4"/>
          <p:cNvSpPr>
            <a:spLocks noGrp="1"/>
          </p:cNvSpPr>
          <p:nvPr>
            <p:ph type="title" hasCustomPrompt="1"/>
          </p:nvPr>
        </p:nvSpPr>
        <p:spPr/>
        <p:txBody>
          <a:bodyPr/>
          <a:lstStyle/>
          <a:p>
            <a:r>
              <a:rPr lang="fr-FR" noProof="0" dirty="0"/>
              <a:t>Cliquez pour modifier le titre</a:t>
            </a:r>
            <a:endParaRPr lang="en-GB" dirty="0"/>
          </a:p>
        </p:txBody>
      </p:sp>
      <p:sp>
        <p:nvSpPr>
          <p:cNvPr id="7" name="TextBox 6"/>
          <p:cNvSpPr txBox="1"/>
          <p:nvPr/>
        </p:nvSpPr>
        <p:spPr>
          <a:xfrm>
            <a:off x="826060" y="6332195"/>
            <a:ext cx="968214" cy="164212"/>
          </a:xfrm>
          <a:prstGeom prst="rect">
            <a:avLst/>
          </a:prstGeom>
          <a:noFill/>
        </p:spPr>
        <p:txBody>
          <a:bodyPr wrap="none" lIns="0" tIns="0" rIns="0" bIns="0" rtlCol="0">
            <a:spAutoFit/>
          </a:bodyPr>
          <a:lstStyle/>
          <a:p>
            <a:r>
              <a:rPr kumimoji="0" lang="fr-FR" sz="1067" b="0" i="0" u="none" strike="noStrike" kern="1200" cap="none" spc="0" normalizeH="0" baseline="0" noProof="0" dirty="0">
                <a:ln>
                  <a:noFill/>
                </a:ln>
                <a:solidFill>
                  <a:schemeClr val="bg2"/>
                </a:solidFill>
                <a:effectLst/>
                <a:uLnTx/>
                <a:uFillTx/>
                <a:latin typeface="Helvetica 75 Bold" panose="020B0804020202020204" pitchFamily="34" charset="0"/>
                <a:ea typeface="+mn-ea"/>
                <a:cs typeface="+mn-cs"/>
              </a:rPr>
              <a:t>Interne Orange</a:t>
            </a:r>
          </a:p>
        </p:txBody>
      </p:sp>
    </p:spTree>
    <p:extLst>
      <p:ext uri="{BB962C8B-B14F-4D97-AF65-F5344CB8AC3E}">
        <p14:creationId xmlns:p14="http://schemas.microsoft.com/office/powerpoint/2010/main" val="706420340"/>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re seul">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lvl1pPr>
              <a:defRPr/>
            </a:lvl1pPr>
          </a:lstStyle>
          <a:p>
            <a:r>
              <a:rPr lang="fr-FR" noProof="0" dirty="0"/>
              <a:t>Cliquez pour modifier le titre</a:t>
            </a:r>
          </a:p>
        </p:txBody>
      </p:sp>
      <p:sp>
        <p:nvSpPr>
          <p:cNvPr id="5" name="TextBox 4"/>
          <p:cNvSpPr txBox="1"/>
          <p:nvPr/>
        </p:nvSpPr>
        <p:spPr>
          <a:xfrm>
            <a:off x="826060" y="6332195"/>
            <a:ext cx="968214" cy="164212"/>
          </a:xfrm>
          <a:prstGeom prst="rect">
            <a:avLst/>
          </a:prstGeom>
          <a:noFill/>
        </p:spPr>
        <p:txBody>
          <a:bodyPr wrap="none" lIns="0" tIns="0" rIns="0" bIns="0" rtlCol="0">
            <a:spAutoFit/>
          </a:bodyPr>
          <a:lstStyle/>
          <a:p>
            <a:r>
              <a:rPr kumimoji="0" lang="fr-FR" sz="1067" b="0" i="0" u="none" strike="noStrike" kern="1200" cap="none" spc="0" normalizeH="0" baseline="0" noProof="0" dirty="0">
                <a:ln>
                  <a:noFill/>
                </a:ln>
                <a:solidFill>
                  <a:schemeClr val="bg2"/>
                </a:solidFill>
                <a:effectLst/>
                <a:uLnTx/>
                <a:uFillTx/>
                <a:latin typeface="Helvetica 75 Bold" panose="020B0804020202020204" pitchFamily="34" charset="0"/>
                <a:ea typeface="+mn-ea"/>
                <a:cs typeface="+mn-cs"/>
              </a:rPr>
              <a:t>Interne Orange</a:t>
            </a:r>
          </a:p>
        </p:txBody>
      </p:sp>
    </p:spTree>
    <p:extLst>
      <p:ext uri="{BB962C8B-B14F-4D97-AF65-F5344CB8AC3E}">
        <p14:creationId xmlns:p14="http://schemas.microsoft.com/office/powerpoint/2010/main" val="2498999168"/>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Image pleine page">
    <p:bg>
      <p:bgPr>
        <a:solidFill>
          <a:schemeClr val="tx2"/>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2" hasCustomPrompt="1"/>
          </p:nvPr>
        </p:nvSpPr>
        <p:spPr>
          <a:xfrm>
            <a:off x="0" y="0"/>
            <a:ext cx="12192000" cy="6858000"/>
          </a:xfrm>
        </p:spPr>
        <p:txBody>
          <a:bodyPr/>
          <a:lstStyle/>
          <a:p>
            <a:r>
              <a:rPr lang="fr-FR" noProof="0" dirty="0"/>
              <a:t>Cliquez sur l'icône pour ajouter une photo</a:t>
            </a:r>
          </a:p>
        </p:txBody>
      </p:sp>
      <p:sp>
        <p:nvSpPr>
          <p:cNvPr id="3" name="Title 2"/>
          <p:cNvSpPr>
            <a:spLocks noGrp="1"/>
          </p:cNvSpPr>
          <p:nvPr>
            <p:ph type="title" hasCustomPrompt="1"/>
          </p:nvPr>
        </p:nvSpPr>
        <p:spPr/>
        <p:txBody>
          <a:bodyPr/>
          <a:lstStyle>
            <a:lvl1pPr>
              <a:defRPr>
                <a:solidFill>
                  <a:schemeClr val="tx1"/>
                </a:solidFill>
              </a:defRPr>
            </a:lvl1pPr>
          </a:lstStyle>
          <a:p>
            <a:r>
              <a:rPr lang="fr-FR" dirty="0"/>
              <a:t>Cliquez pour modifier le titre</a:t>
            </a:r>
            <a:endParaRPr lang="en-GB" dirty="0"/>
          </a:p>
        </p:txBody>
      </p:sp>
    </p:spTree>
    <p:extLst>
      <p:ext uri="{BB962C8B-B14F-4D97-AF65-F5344CB8AC3E}">
        <p14:creationId xmlns:p14="http://schemas.microsoft.com/office/powerpoint/2010/main" val="3959756151"/>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Vide">
    <p:spTree>
      <p:nvGrpSpPr>
        <p:cNvPr id="1" name=""/>
        <p:cNvGrpSpPr/>
        <p:nvPr/>
      </p:nvGrpSpPr>
      <p:grpSpPr>
        <a:xfrm>
          <a:off x="0" y="0"/>
          <a:ext cx="0" cy="0"/>
          <a:chOff x="0" y="0"/>
          <a:chExt cx="0" cy="0"/>
        </a:xfrm>
      </p:grpSpPr>
      <p:sp>
        <p:nvSpPr>
          <p:cNvPr id="3" name="TextBox 2"/>
          <p:cNvSpPr txBox="1"/>
          <p:nvPr/>
        </p:nvSpPr>
        <p:spPr>
          <a:xfrm>
            <a:off x="826060" y="6332195"/>
            <a:ext cx="968214" cy="164212"/>
          </a:xfrm>
          <a:prstGeom prst="rect">
            <a:avLst/>
          </a:prstGeom>
          <a:noFill/>
        </p:spPr>
        <p:txBody>
          <a:bodyPr wrap="none" lIns="0" tIns="0" rIns="0" bIns="0" rtlCol="0">
            <a:spAutoFit/>
          </a:bodyPr>
          <a:lstStyle/>
          <a:p>
            <a:r>
              <a:rPr kumimoji="0" lang="fr-FR" sz="1067" b="0" i="0" u="none" strike="noStrike" kern="1200" cap="none" spc="0" normalizeH="0" baseline="0" noProof="0" dirty="0">
                <a:ln>
                  <a:noFill/>
                </a:ln>
                <a:solidFill>
                  <a:schemeClr val="bg2"/>
                </a:solidFill>
                <a:effectLst/>
                <a:uLnTx/>
                <a:uFillTx/>
                <a:latin typeface="Helvetica 75 Bold" panose="020B0804020202020204" pitchFamily="34" charset="0"/>
                <a:ea typeface="+mn-ea"/>
                <a:cs typeface="+mn-cs"/>
              </a:rPr>
              <a:t>Interne Orange</a:t>
            </a:r>
          </a:p>
        </p:txBody>
      </p:sp>
    </p:spTree>
    <p:extLst>
      <p:ext uri="{BB962C8B-B14F-4D97-AF65-F5344CB8AC3E}">
        <p14:creationId xmlns:p14="http://schemas.microsoft.com/office/powerpoint/2010/main" val="898877401"/>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99FA7-B613-8D2A-1C5F-02D84E282EC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FR"/>
          </a:p>
        </p:txBody>
      </p:sp>
      <p:sp>
        <p:nvSpPr>
          <p:cNvPr id="3" name="Subtitle 2">
            <a:extLst>
              <a:ext uri="{FF2B5EF4-FFF2-40B4-BE49-F238E27FC236}">
                <a16:creationId xmlns:a16="http://schemas.microsoft.com/office/drawing/2014/main" id="{E4724E18-E47D-FF4F-05BA-76ADF33727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FR"/>
          </a:p>
        </p:txBody>
      </p:sp>
      <p:sp>
        <p:nvSpPr>
          <p:cNvPr id="4" name="Date Placeholder 3">
            <a:extLst>
              <a:ext uri="{FF2B5EF4-FFF2-40B4-BE49-F238E27FC236}">
                <a16:creationId xmlns:a16="http://schemas.microsoft.com/office/drawing/2014/main" id="{FF65ECC0-2B78-DCB4-55E6-E743C5466DAA}"/>
              </a:ext>
            </a:extLst>
          </p:cNvPr>
          <p:cNvSpPr>
            <a:spLocks noGrp="1"/>
          </p:cNvSpPr>
          <p:nvPr>
            <p:ph type="dt" sz="half" idx="10"/>
          </p:nvPr>
        </p:nvSpPr>
        <p:spPr/>
        <p:txBody>
          <a:bodyPr/>
          <a:lstStyle/>
          <a:p>
            <a:fld id="{9CF8D01A-467E-8D4C-B701-2288F09182A5}" type="datetimeFigureOut">
              <a:rPr lang="en-FR" smtClean="0"/>
              <a:t>04/09/2024</a:t>
            </a:fld>
            <a:endParaRPr lang="en-FR"/>
          </a:p>
        </p:txBody>
      </p:sp>
      <p:sp>
        <p:nvSpPr>
          <p:cNvPr id="5" name="Footer Placeholder 4">
            <a:extLst>
              <a:ext uri="{FF2B5EF4-FFF2-40B4-BE49-F238E27FC236}">
                <a16:creationId xmlns:a16="http://schemas.microsoft.com/office/drawing/2014/main" id="{F010D6D8-F04B-5B58-32E2-A56C160600DD}"/>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0DD7690B-3662-AC3D-AAA5-22EBC07B4D21}"/>
              </a:ext>
            </a:extLst>
          </p:cNvPr>
          <p:cNvSpPr>
            <a:spLocks noGrp="1"/>
          </p:cNvSpPr>
          <p:nvPr>
            <p:ph type="sldNum" sz="quarter" idx="12"/>
          </p:nvPr>
        </p:nvSpPr>
        <p:spPr/>
        <p:txBody>
          <a:bodyPr/>
          <a:lstStyle/>
          <a:p>
            <a:fld id="{1CEA3F91-EE0F-E843-B57E-554A3293A943}" type="slidenum">
              <a:rPr lang="en-FR" smtClean="0"/>
              <a:t>‹#›</a:t>
            </a:fld>
            <a:endParaRPr lang="en-FR"/>
          </a:p>
        </p:txBody>
      </p:sp>
    </p:spTree>
    <p:extLst>
      <p:ext uri="{BB962C8B-B14F-4D97-AF65-F5344CB8AC3E}">
        <p14:creationId xmlns:p14="http://schemas.microsoft.com/office/powerpoint/2010/main" val="2301425252"/>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theme" Target="../theme/theme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0.xml"/><Relationship Id="rId3" Type="http://schemas.openxmlformats.org/officeDocument/2006/relationships/slideLayout" Target="../slideLayouts/slideLayout35.xml"/><Relationship Id="rId7" Type="http://schemas.openxmlformats.org/officeDocument/2006/relationships/slideLayout" Target="../slideLayouts/slideLayout39.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5" Type="http://schemas.openxmlformats.org/officeDocument/2006/relationships/slideLayout" Target="../slideLayouts/slideLayout37.xml"/><Relationship Id="rId10" Type="http://schemas.openxmlformats.org/officeDocument/2006/relationships/theme" Target="../theme/theme4.xml"/><Relationship Id="rId4" Type="http://schemas.openxmlformats.org/officeDocument/2006/relationships/slideLayout" Target="../slideLayouts/slideLayout36.xml"/><Relationship Id="rId9"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356659"/>
            <a:ext cx="11353800" cy="991659"/>
          </a:xfrm>
          <a:prstGeom prst="rect">
            <a:avLst/>
          </a:prstGeom>
        </p:spPr>
        <p:txBody>
          <a:bodyPr vert="horz" lIns="0" tIns="0" rIns="0" bIns="0" rtlCol="0" anchor="t" anchorCtr="0">
            <a:noAutofit/>
          </a:bodyPr>
          <a:lstStyle/>
          <a:p>
            <a:r>
              <a:rPr lang="fr-FR" noProof="0" dirty="0"/>
              <a:t>Cliquez pour modifier le titre</a:t>
            </a:r>
          </a:p>
        </p:txBody>
      </p:sp>
      <p:sp>
        <p:nvSpPr>
          <p:cNvPr id="3" name="Text Placeholder 2"/>
          <p:cNvSpPr>
            <a:spLocks noGrp="1"/>
          </p:cNvSpPr>
          <p:nvPr>
            <p:ph type="body" idx="1"/>
          </p:nvPr>
        </p:nvSpPr>
        <p:spPr>
          <a:xfrm>
            <a:off x="419100" y="1579034"/>
            <a:ext cx="11353800" cy="4487333"/>
          </a:xfrm>
          <a:prstGeom prst="rect">
            <a:avLst/>
          </a:prstGeom>
        </p:spPr>
        <p:txBody>
          <a:bodyPr vert="horz" lIns="0" tIns="0" rIns="0" bIns="0" rtlCol="0">
            <a:noAutofit/>
          </a:bodyPr>
          <a:lstStyle/>
          <a:p>
            <a:pPr lvl="0"/>
            <a:r>
              <a:rPr lang="fr-FR" noProof="0" dirty="0"/>
              <a:t>Cliquez pour modifier le texte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a:p>
            <a:pPr lvl="5"/>
            <a:r>
              <a:rPr lang="fr-FR" noProof="0" dirty="0"/>
              <a:t>Sixième niveau</a:t>
            </a:r>
          </a:p>
        </p:txBody>
      </p:sp>
      <p:sp>
        <p:nvSpPr>
          <p:cNvPr id="9" name="Text Placeholder 10"/>
          <p:cNvSpPr txBox="1">
            <a:spLocks/>
          </p:cNvSpPr>
          <p:nvPr/>
        </p:nvSpPr>
        <p:spPr>
          <a:xfrm>
            <a:off x="419100" y="6047314"/>
            <a:ext cx="366680" cy="446615"/>
          </a:xfrm>
          <a:prstGeom prst="rect">
            <a:avLst/>
          </a:prstGeom>
        </p:spPr>
        <p:txBody>
          <a:bodyPr wrap="square" lIns="96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1219170" rtl="0" eaLnBrk="1" fontAlgn="base" latinLnBrk="0" hangingPunct="1">
              <a:lnSpc>
                <a:spcPct val="85000"/>
              </a:lnSpc>
              <a:spcBef>
                <a:spcPct val="0"/>
              </a:spcBef>
              <a:spcAft>
                <a:spcPts val="1600"/>
              </a:spcAft>
              <a:buClr>
                <a:srgbClr val="FFFFFF"/>
              </a:buClr>
              <a:buSzTx/>
              <a:buFont typeface="Helvetica 75" panose="020B0804020202020204" pitchFamily="34" charset="0"/>
              <a:buNone/>
              <a:tabLst/>
              <a:defRPr/>
            </a:pPr>
            <a:fld id="{8702007A-2642-4DC4-A457-FD791426C840}" type="slidenum">
              <a:rPr kumimoji="0" lang="fr-FR" sz="1067" b="0" i="0" u="none" strike="noStrike" kern="1200" cap="none" spc="0" normalizeH="0" baseline="0" noProof="0" smtClean="0">
                <a:ln>
                  <a:noFill/>
                </a:ln>
                <a:solidFill>
                  <a:schemeClr val="tx1"/>
                </a:solidFill>
                <a:effectLst/>
                <a:uLnTx/>
                <a:uFillTx/>
                <a:latin typeface="Helvetica 75 Bold" panose="020B0804020202020204" pitchFamily="34" charset="0"/>
                <a:ea typeface="+mn-ea"/>
                <a:cs typeface="+mn-cs"/>
              </a:rPr>
              <a:pPr marL="0" marR="0" lvl="0" indent="0" algn="l" defTabSz="1219170" rtl="0" eaLnBrk="1" fontAlgn="base" latinLnBrk="0" hangingPunct="1">
                <a:lnSpc>
                  <a:spcPct val="85000"/>
                </a:lnSpc>
                <a:spcBef>
                  <a:spcPct val="0"/>
                </a:spcBef>
                <a:spcAft>
                  <a:spcPts val="1600"/>
                </a:spcAft>
                <a:buClr>
                  <a:srgbClr val="FFFFFF"/>
                </a:buClr>
                <a:buSzTx/>
                <a:buFont typeface="Helvetica 75" panose="020B0804020202020204" pitchFamily="34" charset="0"/>
                <a:buNone/>
                <a:tabLst/>
                <a:defRPr/>
              </a:pPr>
              <a:t>‹#›</a:t>
            </a:fld>
            <a:endParaRPr kumimoji="0" lang="fr-FR" sz="1067" b="0" i="0" u="none" strike="noStrike" kern="1200" cap="none" spc="0" normalizeH="0" baseline="0" noProof="0" dirty="0">
              <a:ln>
                <a:noFill/>
              </a:ln>
              <a:solidFill>
                <a:schemeClr val="tx1"/>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2035864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txStyles>
    <p:titleStyle>
      <a:lvl1pPr marL="0" indent="0" algn="l" defTabSz="1219170"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p:titleStyle>
    <p:bodyStyle>
      <a:lvl1pPr marL="0" indent="0" algn="l" defTabSz="1219170" rtl="0" eaLnBrk="1" latinLnBrk="0" hangingPunct="1">
        <a:lnSpc>
          <a:spcPct val="90000"/>
        </a:lnSpc>
        <a:spcBef>
          <a:spcPts val="800"/>
        </a:spcBef>
        <a:buClr>
          <a:schemeClr val="bg1"/>
        </a:buClr>
        <a:buSzPct val="25000"/>
        <a:buFont typeface="Calibri" panose="020F0502020204030204" pitchFamily="34" charset="0"/>
        <a:buNone/>
        <a:tabLst/>
        <a:defRPr sz="1867" kern="1200" spc="-27" baseline="0">
          <a:solidFill>
            <a:schemeClr val="bg2"/>
          </a:solidFill>
          <a:latin typeface="Helvetica 75 Bold" panose="020B0804020202020204" pitchFamily="34" charset="0"/>
          <a:ea typeface="+mn-ea"/>
          <a:cs typeface="+mn-cs"/>
        </a:defRPr>
      </a:lvl1pPr>
      <a:lvl2pPr marL="0" indent="0" algn="l" defTabSz="1219170" rtl="0" eaLnBrk="1" latinLnBrk="0" hangingPunct="1">
        <a:lnSpc>
          <a:spcPct val="90000"/>
        </a:lnSpc>
        <a:spcBef>
          <a:spcPts val="800"/>
        </a:spcBef>
        <a:buClr>
          <a:schemeClr val="bg1"/>
        </a:buClr>
        <a:buSzPct val="25000"/>
        <a:buFont typeface="Calibri" panose="020F0502020204030204" pitchFamily="34" charset="0"/>
        <a:buNone/>
        <a:defRPr sz="1867" kern="1200" spc="-27" baseline="0">
          <a:solidFill>
            <a:schemeClr val="tx1"/>
          </a:solidFill>
          <a:latin typeface="Helvetica 75 Bold" panose="020B0804020202020204" pitchFamily="34" charset="0"/>
          <a:ea typeface="+mn-ea"/>
          <a:cs typeface="+mn-cs"/>
        </a:defRPr>
      </a:lvl2pPr>
      <a:lvl3pPr marL="241294" indent="-241294" algn="l" defTabSz="1219170" rtl="0" eaLnBrk="1" latinLnBrk="0" hangingPunct="1">
        <a:lnSpc>
          <a:spcPct val="90000"/>
        </a:lnSpc>
        <a:spcBef>
          <a:spcPts val="800"/>
        </a:spcBef>
        <a:buClr>
          <a:schemeClr val="bg2"/>
        </a:buClr>
        <a:buFont typeface="Wingdings" panose="05000000000000000000" pitchFamily="2" charset="2"/>
        <a:buChar char="§"/>
        <a:defRPr sz="1867" kern="1200" spc="-27" baseline="0">
          <a:solidFill>
            <a:schemeClr val="tx1"/>
          </a:solidFill>
          <a:latin typeface="Helvetica 75 Bold" panose="020B0804020202020204" pitchFamily="34" charset="0"/>
          <a:ea typeface="+mn-ea"/>
          <a:cs typeface="+mn-cs"/>
        </a:defRPr>
      </a:lvl3pPr>
      <a:lvl4pPr marL="543970" indent="-253994" algn="l" defTabSz="1219170" rtl="0" eaLnBrk="1" latinLnBrk="0" hangingPunct="1">
        <a:lnSpc>
          <a:spcPct val="90000"/>
        </a:lnSpc>
        <a:spcBef>
          <a:spcPct val="20000"/>
        </a:spcBef>
        <a:buFont typeface="Arial" panose="020B0604020202020204" pitchFamily="34" charset="0"/>
        <a:buChar char="–"/>
        <a:defRPr sz="1867" kern="1200" spc="-27" baseline="0">
          <a:solidFill>
            <a:schemeClr val="tx1"/>
          </a:solidFill>
          <a:latin typeface="Helvetica 55 Roman" panose="000B0500000000000000" pitchFamily="34" charset="0"/>
          <a:ea typeface="+mn-ea"/>
          <a:cs typeface="+mn-cs"/>
        </a:defRPr>
      </a:lvl4pPr>
      <a:lvl5pPr marL="793731" indent="-230712" algn="l" defTabSz="1219170" rtl="0" eaLnBrk="1" latinLnBrk="0" hangingPunct="1">
        <a:lnSpc>
          <a:spcPct val="90000"/>
        </a:lnSpc>
        <a:spcBef>
          <a:spcPct val="20000"/>
        </a:spcBef>
        <a:buClr>
          <a:schemeClr val="tx1"/>
        </a:buClr>
        <a:buFont typeface="Arial" panose="020B0604020202020204" pitchFamily="34" charset="0"/>
        <a:buChar char="–"/>
        <a:defRPr sz="1867" kern="1200" spc="-27" baseline="0">
          <a:solidFill>
            <a:schemeClr val="tx1"/>
          </a:solidFill>
          <a:latin typeface="Helvetica 55 Roman" panose="000B0500000000000000" pitchFamily="34" charset="0"/>
          <a:ea typeface="+mn-ea"/>
          <a:cs typeface="+mn-cs"/>
        </a:defRPr>
      </a:lvl5pPr>
      <a:lvl6pPr marL="1066773" indent="-253994" algn="l" defTabSz="1219170" rtl="0" eaLnBrk="1" latinLnBrk="0" hangingPunct="1">
        <a:spcBef>
          <a:spcPct val="20000"/>
        </a:spcBef>
        <a:buFont typeface="Arial" panose="020B0604020202020204" pitchFamily="34" charset="0"/>
        <a:buChar char="–"/>
        <a:defRPr sz="1867" kern="1200">
          <a:solidFill>
            <a:schemeClr val="tx1"/>
          </a:solidFill>
          <a:latin typeface="Helvetica 55 Roman" panose="020B0604020202020204" pitchFamily="34" charset="0"/>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7601" y="357717"/>
            <a:ext cx="11355300" cy="988483"/>
          </a:xfrm>
          <a:prstGeom prst="rect">
            <a:avLst/>
          </a:prstGeom>
        </p:spPr>
        <p:txBody>
          <a:bodyPr vert="horz" lIns="0" tIns="0" rIns="0" bIns="0" rtlCol="0" anchor="t" anchorCtr="0">
            <a:noAutofit/>
          </a:bodyPr>
          <a:lstStyle/>
          <a:p>
            <a:r>
              <a:rPr lang="en-US" dirty="0"/>
              <a:t>Click to edit title</a:t>
            </a:r>
            <a:endParaRPr lang="en-GB" dirty="0"/>
          </a:p>
        </p:txBody>
      </p:sp>
      <p:sp>
        <p:nvSpPr>
          <p:cNvPr id="3" name="Text Placeholder 2"/>
          <p:cNvSpPr>
            <a:spLocks noGrp="1"/>
          </p:cNvSpPr>
          <p:nvPr>
            <p:ph type="body" idx="1"/>
          </p:nvPr>
        </p:nvSpPr>
        <p:spPr>
          <a:xfrm>
            <a:off x="417601" y="1574801"/>
            <a:ext cx="11355300" cy="4493684"/>
          </a:xfrm>
          <a:prstGeom prst="rect">
            <a:avLst/>
          </a:prstGeom>
        </p:spPr>
        <p:txBody>
          <a:bodyPr vert="horz" lIns="0" tIns="0" rIns="0" bIns="0" rtlCol="0">
            <a:noAutofit/>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a:p>
            <a:pPr lvl="5"/>
            <a:r>
              <a:rPr lang="en-GB" dirty="0"/>
              <a:t>Sixth level</a:t>
            </a:r>
          </a:p>
        </p:txBody>
      </p:sp>
      <p:sp>
        <p:nvSpPr>
          <p:cNvPr id="9" name="Text Placeholder 10"/>
          <p:cNvSpPr txBox="1">
            <a:spLocks/>
          </p:cNvSpPr>
          <p:nvPr/>
        </p:nvSpPr>
        <p:spPr>
          <a:xfrm>
            <a:off x="419100" y="6047314"/>
            <a:ext cx="366680" cy="446615"/>
          </a:xfrm>
          <a:prstGeom prst="rect">
            <a:avLst/>
          </a:prstGeom>
        </p:spPr>
        <p:txBody>
          <a:bodyPr wrap="square" lIns="96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1219170" rtl="0" eaLnBrk="1" fontAlgn="base" latinLnBrk="0" hangingPunct="1">
              <a:lnSpc>
                <a:spcPct val="85000"/>
              </a:lnSpc>
              <a:spcBef>
                <a:spcPct val="0"/>
              </a:spcBef>
              <a:spcAft>
                <a:spcPts val="1600"/>
              </a:spcAft>
              <a:buClr>
                <a:srgbClr val="FFFFFF"/>
              </a:buClr>
              <a:buSzTx/>
              <a:buFont typeface="Helvetica 75" panose="020B0804020202020204" pitchFamily="34" charset="0"/>
              <a:buNone/>
              <a:tabLst/>
              <a:defRPr/>
            </a:pPr>
            <a:fld id="{8702007A-2642-4DC4-A457-FD791426C840}" type="slidenum">
              <a:rPr kumimoji="0" lang="en-GB" sz="1067" b="0" i="0" u="none" strike="noStrike" kern="1200" cap="none" spc="0" normalizeH="0" baseline="0" noProof="0" smtClean="0">
                <a:ln>
                  <a:noFill/>
                </a:ln>
                <a:solidFill>
                  <a:schemeClr val="tx1"/>
                </a:solidFill>
                <a:effectLst/>
                <a:uLnTx/>
                <a:uFillTx/>
                <a:latin typeface="Helvetica 75 Bold" panose="020B0804020202020204" pitchFamily="34" charset="0"/>
                <a:ea typeface="+mn-ea"/>
                <a:cs typeface="+mn-cs"/>
              </a:rPr>
              <a:pPr marL="0" marR="0" lvl="0" indent="0" algn="l" defTabSz="1219170" rtl="0" eaLnBrk="1" fontAlgn="base" latinLnBrk="0" hangingPunct="1">
                <a:lnSpc>
                  <a:spcPct val="85000"/>
                </a:lnSpc>
                <a:spcBef>
                  <a:spcPct val="0"/>
                </a:spcBef>
                <a:spcAft>
                  <a:spcPts val="1600"/>
                </a:spcAft>
                <a:buClr>
                  <a:srgbClr val="FFFFFF"/>
                </a:buClr>
                <a:buSzTx/>
                <a:buFont typeface="Helvetica 75" panose="020B0804020202020204" pitchFamily="34" charset="0"/>
                <a:buNone/>
                <a:tabLst/>
                <a:defRPr/>
              </a:pPr>
              <a:t>‹#›</a:t>
            </a:fld>
            <a:endParaRPr kumimoji="0" lang="en-GB" sz="1067" b="0" i="0" u="none" strike="noStrike" kern="1200" cap="none" spc="0" normalizeH="0" baseline="0" noProof="0" dirty="0">
              <a:ln>
                <a:noFill/>
              </a:ln>
              <a:solidFill>
                <a:schemeClr val="tx1"/>
              </a:solidFill>
              <a:effectLst/>
              <a:uLnTx/>
              <a:uFillTx/>
              <a:latin typeface="Helvetica 75 Bold" panose="020B0804020202020204" pitchFamily="34" charset="0"/>
              <a:ea typeface="+mn-ea"/>
              <a:cs typeface="+mn-cs"/>
            </a:endParaRPr>
          </a:p>
        </p:txBody>
      </p:sp>
      <p:sp>
        <p:nvSpPr>
          <p:cNvPr id="5" name="Rectangle 4">
            <a:extLst>
              <a:ext uri="{FF2B5EF4-FFF2-40B4-BE49-F238E27FC236}">
                <a16:creationId xmlns:a16="http://schemas.microsoft.com/office/drawing/2014/main" id="{98685BCC-82A1-B4C7-8F45-32DAE9B90D47}"/>
              </a:ext>
            </a:extLst>
          </p:cNvPr>
          <p:cNvSpPr/>
          <p:nvPr/>
        </p:nvSpPr>
        <p:spPr>
          <a:xfrm>
            <a:off x="5334994" y="6583680"/>
            <a:ext cx="1625103" cy="2743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33" dirty="0">
              <a:solidFill>
                <a:srgbClr val="000000"/>
              </a:solidFill>
            </a:endParaRPr>
          </a:p>
        </p:txBody>
      </p:sp>
    </p:spTree>
    <p:extLst>
      <p:ext uri="{BB962C8B-B14F-4D97-AF65-F5344CB8AC3E}">
        <p14:creationId xmlns:p14="http://schemas.microsoft.com/office/powerpoint/2010/main" val="1019054765"/>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Lst>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txStyles>
    <p:titleStyle>
      <a:lvl1pPr marL="0" indent="0" algn="l" defTabSz="1219170" rtl="0" eaLnBrk="1" latinLnBrk="0" hangingPunct="1">
        <a:lnSpc>
          <a:spcPct val="90000"/>
        </a:lnSpc>
        <a:spcBef>
          <a:spcPct val="0"/>
        </a:spcBef>
        <a:buNone/>
        <a:defRPr sz="2667" kern="1200" spc="-27" baseline="0">
          <a:solidFill>
            <a:schemeClr val="bg2"/>
          </a:solidFill>
          <a:latin typeface="+mj-lt"/>
          <a:ea typeface="+mj-ea"/>
          <a:cs typeface="+mj-cs"/>
        </a:defRPr>
      </a:lvl1pPr>
    </p:titleStyle>
    <p:bodyStyle>
      <a:lvl1pPr marL="0" indent="0" algn="l" defTabSz="1219170" rtl="0" eaLnBrk="1" latinLnBrk="0" hangingPunct="1">
        <a:lnSpc>
          <a:spcPct val="90000"/>
        </a:lnSpc>
        <a:spcBef>
          <a:spcPts val="800"/>
        </a:spcBef>
        <a:buClr>
          <a:schemeClr val="bg1"/>
        </a:buClr>
        <a:buSzPct val="25000"/>
        <a:buFont typeface="Calibri" panose="020F0502020204030204" pitchFamily="34" charset="0"/>
        <a:buNone/>
        <a:tabLst/>
        <a:defRPr sz="1867" kern="1200" spc="-27" baseline="0">
          <a:solidFill>
            <a:schemeClr val="bg2"/>
          </a:solidFill>
          <a:latin typeface="+mj-lt"/>
          <a:ea typeface="+mn-ea"/>
          <a:cs typeface="+mn-cs"/>
        </a:defRPr>
      </a:lvl1pPr>
      <a:lvl2pPr marL="0" indent="0" algn="l" defTabSz="1219170" rtl="0" eaLnBrk="1" latinLnBrk="0" hangingPunct="1">
        <a:lnSpc>
          <a:spcPct val="90000"/>
        </a:lnSpc>
        <a:spcBef>
          <a:spcPts val="800"/>
        </a:spcBef>
        <a:buClr>
          <a:schemeClr val="bg1"/>
        </a:buClr>
        <a:buSzPct val="25000"/>
        <a:buFont typeface="Calibri" panose="020F0502020204030204" pitchFamily="34" charset="0"/>
        <a:buNone/>
        <a:defRPr sz="1867" kern="1200" spc="-27" baseline="0">
          <a:solidFill>
            <a:schemeClr val="tx1"/>
          </a:solidFill>
          <a:latin typeface="+mj-lt"/>
          <a:ea typeface="+mn-ea"/>
          <a:cs typeface="+mn-cs"/>
        </a:defRPr>
      </a:lvl2pPr>
      <a:lvl3pPr marL="241294" indent="-241294" algn="l" defTabSz="1219170" rtl="0" eaLnBrk="1" latinLnBrk="0" hangingPunct="1">
        <a:lnSpc>
          <a:spcPct val="90000"/>
        </a:lnSpc>
        <a:spcBef>
          <a:spcPts val="800"/>
        </a:spcBef>
        <a:buClr>
          <a:schemeClr val="bg2"/>
        </a:buClr>
        <a:buFont typeface="Wingdings" panose="05000000000000000000" pitchFamily="2" charset="2"/>
        <a:buChar char="§"/>
        <a:defRPr sz="1867" kern="1200" spc="-27" baseline="0">
          <a:solidFill>
            <a:schemeClr val="tx1"/>
          </a:solidFill>
          <a:latin typeface="+mj-lt"/>
          <a:ea typeface="+mn-ea"/>
          <a:cs typeface="+mn-cs"/>
        </a:defRPr>
      </a:lvl3pPr>
      <a:lvl4pPr marL="543970" indent="-253994" algn="l" defTabSz="1219170" rtl="0" eaLnBrk="1" latinLnBrk="0" hangingPunct="1">
        <a:lnSpc>
          <a:spcPct val="90000"/>
        </a:lnSpc>
        <a:spcBef>
          <a:spcPct val="20000"/>
        </a:spcBef>
        <a:buFont typeface="Arial" panose="020B0604020202020204" pitchFamily="34" charset="0"/>
        <a:buChar char="–"/>
        <a:defRPr sz="1867" kern="1200" spc="-27" baseline="0">
          <a:solidFill>
            <a:schemeClr val="tx1"/>
          </a:solidFill>
          <a:latin typeface="+mn-lt"/>
          <a:ea typeface="+mn-ea"/>
          <a:cs typeface="+mn-cs"/>
        </a:defRPr>
      </a:lvl4pPr>
      <a:lvl5pPr marL="793731" indent="-230712" algn="l" defTabSz="1219170" rtl="0" eaLnBrk="1" latinLnBrk="0" hangingPunct="1">
        <a:lnSpc>
          <a:spcPct val="90000"/>
        </a:lnSpc>
        <a:spcBef>
          <a:spcPct val="20000"/>
        </a:spcBef>
        <a:buClr>
          <a:schemeClr val="tx1"/>
        </a:buClr>
        <a:buFont typeface="Arial" panose="020B0604020202020204" pitchFamily="34" charset="0"/>
        <a:buChar char="–"/>
        <a:defRPr sz="1867" kern="1200" spc="-27" baseline="0">
          <a:solidFill>
            <a:schemeClr val="tx1"/>
          </a:solidFill>
          <a:latin typeface="+mn-lt"/>
          <a:ea typeface="+mn-ea"/>
          <a:cs typeface="+mn-cs"/>
        </a:defRPr>
      </a:lvl5pPr>
      <a:lvl6pPr marL="1066773" indent="-253994" algn="l" defTabSz="1219170" rtl="0" eaLnBrk="1" latinLnBrk="0" hangingPunct="1">
        <a:spcBef>
          <a:spcPct val="20000"/>
        </a:spcBef>
        <a:buFont typeface="Arial" panose="020B0604020202020204" pitchFamily="34" charset="0"/>
        <a:buChar char="–"/>
        <a:defRPr sz="18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35">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356659"/>
            <a:ext cx="11353800" cy="991659"/>
          </a:xfrm>
          <a:prstGeom prst="rect">
            <a:avLst/>
          </a:prstGeom>
        </p:spPr>
        <p:txBody>
          <a:bodyPr vert="horz" lIns="0" tIns="0" rIns="0" bIns="0" rtlCol="0" anchor="t" anchorCtr="0">
            <a:noAutofit/>
          </a:bodyPr>
          <a:lstStyle/>
          <a:p>
            <a:r>
              <a:rPr lang="fr-FR" noProof="0" dirty="0"/>
              <a:t>Cliquez pour modifier le titre</a:t>
            </a:r>
          </a:p>
        </p:txBody>
      </p:sp>
      <p:sp>
        <p:nvSpPr>
          <p:cNvPr id="3" name="Text Placeholder 2"/>
          <p:cNvSpPr>
            <a:spLocks noGrp="1"/>
          </p:cNvSpPr>
          <p:nvPr>
            <p:ph type="body" idx="1"/>
          </p:nvPr>
        </p:nvSpPr>
        <p:spPr>
          <a:xfrm>
            <a:off x="419100" y="1579034"/>
            <a:ext cx="11353800" cy="4487333"/>
          </a:xfrm>
          <a:prstGeom prst="rect">
            <a:avLst/>
          </a:prstGeom>
        </p:spPr>
        <p:txBody>
          <a:bodyPr vert="horz" lIns="0" tIns="0" rIns="0" bIns="0" rtlCol="0">
            <a:noAutofit/>
          </a:bodyPr>
          <a:lstStyle/>
          <a:p>
            <a:pPr lvl="0"/>
            <a:r>
              <a:rPr lang="fr-FR" noProof="0" dirty="0"/>
              <a:t>Cliquez pour modifier le texte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a:p>
            <a:pPr lvl="5"/>
            <a:r>
              <a:rPr lang="fr-FR" noProof="0" dirty="0"/>
              <a:t>Sixième niveau</a:t>
            </a:r>
          </a:p>
        </p:txBody>
      </p:sp>
      <p:sp>
        <p:nvSpPr>
          <p:cNvPr id="9" name="Text Placeholder 10"/>
          <p:cNvSpPr txBox="1">
            <a:spLocks/>
          </p:cNvSpPr>
          <p:nvPr/>
        </p:nvSpPr>
        <p:spPr>
          <a:xfrm>
            <a:off x="419100" y="6047314"/>
            <a:ext cx="366680" cy="446615"/>
          </a:xfrm>
          <a:prstGeom prst="rect">
            <a:avLst/>
          </a:prstGeom>
        </p:spPr>
        <p:txBody>
          <a:bodyPr wrap="square" lIns="96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1219170" rtl="0" eaLnBrk="1" fontAlgn="base" latinLnBrk="0" hangingPunct="1">
              <a:lnSpc>
                <a:spcPct val="85000"/>
              </a:lnSpc>
              <a:spcBef>
                <a:spcPct val="0"/>
              </a:spcBef>
              <a:spcAft>
                <a:spcPts val="1600"/>
              </a:spcAft>
              <a:buClr>
                <a:srgbClr val="FFFFFF"/>
              </a:buClr>
              <a:buSzTx/>
              <a:buFont typeface="Helvetica 75" panose="020B0804020202020204" pitchFamily="34" charset="0"/>
              <a:buNone/>
              <a:tabLst/>
              <a:defRPr/>
            </a:pPr>
            <a:fld id="{8702007A-2642-4DC4-A457-FD791426C840}" type="slidenum">
              <a:rPr kumimoji="0" lang="fr-FR" sz="1067" b="0" i="0" u="none" strike="noStrike" kern="1200" cap="none" spc="0" normalizeH="0" baseline="0" noProof="0" smtClean="0">
                <a:ln>
                  <a:noFill/>
                </a:ln>
                <a:solidFill>
                  <a:schemeClr val="tx1"/>
                </a:solidFill>
                <a:effectLst/>
                <a:uLnTx/>
                <a:uFillTx/>
                <a:latin typeface="Helvetica 75 Bold" panose="020B0804020202020204" pitchFamily="34" charset="0"/>
                <a:ea typeface="+mn-ea"/>
                <a:cs typeface="+mn-cs"/>
              </a:rPr>
              <a:pPr marL="0" marR="0" lvl="0" indent="0" algn="l" defTabSz="1219170" rtl="0" eaLnBrk="1" fontAlgn="base" latinLnBrk="0" hangingPunct="1">
                <a:lnSpc>
                  <a:spcPct val="85000"/>
                </a:lnSpc>
                <a:spcBef>
                  <a:spcPct val="0"/>
                </a:spcBef>
                <a:spcAft>
                  <a:spcPts val="1600"/>
                </a:spcAft>
                <a:buClr>
                  <a:srgbClr val="FFFFFF"/>
                </a:buClr>
                <a:buSzTx/>
                <a:buFont typeface="Helvetica 75" panose="020B0804020202020204" pitchFamily="34" charset="0"/>
                <a:buNone/>
                <a:tabLst/>
                <a:defRPr/>
              </a:pPr>
              <a:t>‹#›</a:t>
            </a:fld>
            <a:endParaRPr kumimoji="0" lang="fr-FR" sz="1067" b="0" i="0" u="none" strike="noStrike" kern="1200" cap="none" spc="0" normalizeH="0" baseline="0" noProof="0" dirty="0">
              <a:ln>
                <a:noFill/>
              </a:ln>
              <a:solidFill>
                <a:schemeClr val="tx1"/>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405554165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704" r:id="rId10"/>
  </p:sldLayoutIdLst>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txStyles>
    <p:titleStyle>
      <a:lvl1pPr marL="0" indent="0" algn="l" defTabSz="1219170"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p:titleStyle>
    <p:bodyStyle>
      <a:lvl1pPr marL="0" indent="0" algn="l" defTabSz="1219170" rtl="0" eaLnBrk="1" latinLnBrk="0" hangingPunct="1">
        <a:lnSpc>
          <a:spcPct val="90000"/>
        </a:lnSpc>
        <a:spcBef>
          <a:spcPts val="800"/>
        </a:spcBef>
        <a:buClr>
          <a:schemeClr val="bg1"/>
        </a:buClr>
        <a:buSzPct val="25000"/>
        <a:buFont typeface="Calibri" panose="020F0502020204030204" pitchFamily="34" charset="0"/>
        <a:buNone/>
        <a:tabLst/>
        <a:defRPr sz="1867" kern="1200" spc="-27" baseline="0">
          <a:solidFill>
            <a:schemeClr val="bg2"/>
          </a:solidFill>
          <a:latin typeface="Helvetica 75 Bold" panose="020B0804020202020204" pitchFamily="34" charset="0"/>
          <a:ea typeface="+mn-ea"/>
          <a:cs typeface="+mn-cs"/>
        </a:defRPr>
      </a:lvl1pPr>
      <a:lvl2pPr marL="0" indent="0" algn="l" defTabSz="1219170" rtl="0" eaLnBrk="1" latinLnBrk="0" hangingPunct="1">
        <a:lnSpc>
          <a:spcPct val="90000"/>
        </a:lnSpc>
        <a:spcBef>
          <a:spcPts val="800"/>
        </a:spcBef>
        <a:buClr>
          <a:schemeClr val="bg1"/>
        </a:buClr>
        <a:buSzPct val="25000"/>
        <a:buFont typeface="Calibri" panose="020F0502020204030204" pitchFamily="34" charset="0"/>
        <a:buNone/>
        <a:defRPr sz="1867" kern="1200" spc="-27" baseline="0">
          <a:solidFill>
            <a:schemeClr val="tx1"/>
          </a:solidFill>
          <a:latin typeface="Helvetica 75 Bold" panose="020B0804020202020204" pitchFamily="34" charset="0"/>
          <a:ea typeface="+mn-ea"/>
          <a:cs typeface="+mn-cs"/>
        </a:defRPr>
      </a:lvl2pPr>
      <a:lvl3pPr marL="241294" indent="-241294" algn="l" defTabSz="1219170" rtl="0" eaLnBrk="1" latinLnBrk="0" hangingPunct="1">
        <a:lnSpc>
          <a:spcPct val="90000"/>
        </a:lnSpc>
        <a:spcBef>
          <a:spcPts val="800"/>
        </a:spcBef>
        <a:buClr>
          <a:schemeClr val="bg2"/>
        </a:buClr>
        <a:buFont typeface="Wingdings" panose="05000000000000000000" pitchFamily="2" charset="2"/>
        <a:buChar char="§"/>
        <a:defRPr sz="1867" kern="1200" spc="-27" baseline="0">
          <a:solidFill>
            <a:schemeClr val="tx1"/>
          </a:solidFill>
          <a:latin typeface="Helvetica 75 Bold" panose="020B0804020202020204" pitchFamily="34" charset="0"/>
          <a:ea typeface="+mn-ea"/>
          <a:cs typeface="+mn-cs"/>
        </a:defRPr>
      </a:lvl3pPr>
      <a:lvl4pPr marL="543970" indent="-253994" algn="l" defTabSz="1219170" rtl="0" eaLnBrk="1" latinLnBrk="0" hangingPunct="1">
        <a:lnSpc>
          <a:spcPct val="90000"/>
        </a:lnSpc>
        <a:spcBef>
          <a:spcPct val="20000"/>
        </a:spcBef>
        <a:buFont typeface="Arial" panose="020B0604020202020204" pitchFamily="34" charset="0"/>
        <a:buChar char="–"/>
        <a:defRPr sz="1867" kern="1200" spc="-27" baseline="0">
          <a:solidFill>
            <a:schemeClr val="tx1"/>
          </a:solidFill>
          <a:latin typeface="Helvetica 55 Roman" panose="000B0500000000000000" pitchFamily="34" charset="0"/>
          <a:ea typeface="+mn-ea"/>
          <a:cs typeface="+mn-cs"/>
        </a:defRPr>
      </a:lvl4pPr>
      <a:lvl5pPr marL="793731" indent="-230712" algn="l" defTabSz="1219170" rtl="0" eaLnBrk="1" latinLnBrk="0" hangingPunct="1">
        <a:lnSpc>
          <a:spcPct val="90000"/>
        </a:lnSpc>
        <a:spcBef>
          <a:spcPct val="20000"/>
        </a:spcBef>
        <a:buClr>
          <a:schemeClr val="tx1"/>
        </a:buClr>
        <a:buFont typeface="Arial" panose="020B0604020202020204" pitchFamily="34" charset="0"/>
        <a:buChar char="–"/>
        <a:defRPr sz="1867" kern="1200" spc="-27" baseline="0">
          <a:solidFill>
            <a:schemeClr val="tx1"/>
          </a:solidFill>
          <a:latin typeface="Helvetica 55 Roman" panose="000B0500000000000000" pitchFamily="34" charset="0"/>
          <a:ea typeface="+mn-ea"/>
          <a:cs typeface="+mn-cs"/>
        </a:defRPr>
      </a:lvl5pPr>
      <a:lvl6pPr marL="1066773" indent="-253994" algn="l" defTabSz="1219170" rtl="0" eaLnBrk="1" latinLnBrk="0" hangingPunct="1">
        <a:spcBef>
          <a:spcPct val="20000"/>
        </a:spcBef>
        <a:buFont typeface="Arial" panose="020B0604020202020204" pitchFamily="34" charset="0"/>
        <a:buChar char="–"/>
        <a:defRPr sz="1867" kern="1200">
          <a:solidFill>
            <a:schemeClr val="tx1"/>
          </a:solidFill>
          <a:latin typeface="Helvetica 55 Roman" panose="020B0604020202020204" pitchFamily="34" charset="0"/>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356659"/>
            <a:ext cx="11353800" cy="991659"/>
          </a:xfrm>
          <a:prstGeom prst="rect">
            <a:avLst/>
          </a:prstGeom>
        </p:spPr>
        <p:txBody>
          <a:bodyPr vert="horz" lIns="0" tIns="0" rIns="0" bIns="0" rtlCol="0" anchor="t" anchorCtr="0">
            <a:noAutofit/>
          </a:bodyPr>
          <a:lstStyle/>
          <a:p>
            <a:r>
              <a:rPr lang="fr-FR" noProof="0" dirty="0"/>
              <a:t>Cliquez pour modifier le titre</a:t>
            </a:r>
          </a:p>
        </p:txBody>
      </p:sp>
      <p:sp>
        <p:nvSpPr>
          <p:cNvPr id="3" name="Text Placeholder 2"/>
          <p:cNvSpPr>
            <a:spLocks noGrp="1"/>
          </p:cNvSpPr>
          <p:nvPr>
            <p:ph type="body" idx="1"/>
          </p:nvPr>
        </p:nvSpPr>
        <p:spPr>
          <a:xfrm>
            <a:off x="419100" y="1579034"/>
            <a:ext cx="11353800" cy="4487333"/>
          </a:xfrm>
          <a:prstGeom prst="rect">
            <a:avLst/>
          </a:prstGeom>
        </p:spPr>
        <p:txBody>
          <a:bodyPr vert="horz" lIns="0" tIns="0" rIns="0" bIns="0" rtlCol="0">
            <a:noAutofit/>
          </a:bodyPr>
          <a:lstStyle/>
          <a:p>
            <a:pPr lvl="0"/>
            <a:r>
              <a:rPr lang="fr-FR" noProof="0" dirty="0"/>
              <a:t>Cliquez pour modifier le texte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a:p>
            <a:pPr lvl="5"/>
            <a:r>
              <a:rPr lang="fr-FR" noProof="0" dirty="0"/>
              <a:t>Sixième niveau</a:t>
            </a:r>
          </a:p>
        </p:txBody>
      </p:sp>
      <p:sp>
        <p:nvSpPr>
          <p:cNvPr id="9" name="Text Placeholder 10"/>
          <p:cNvSpPr txBox="1">
            <a:spLocks/>
          </p:cNvSpPr>
          <p:nvPr/>
        </p:nvSpPr>
        <p:spPr>
          <a:xfrm>
            <a:off x="419100" y="6047314"/>
            <a:ext cx="366680" cy="446615"/>
          </a:xfrm>
          <a:prstGeom prst="rect">
            <a:avLst/>
          </a:prstGeom>
        </p:spPr>
        <p:txBody>
          <a:bodyPr wrap="square" lIns="96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1219170" rtl="0" eaLnBrk="1" fontAlgn="base" latinLnBrk="0" hangingPunct="1">
              <a:lnSpc>
                <a:spcPct val="85000"/>
              </a:lnSpc>
              <a:spcBef>
                <a:spcPct val="0"/>
              </a:spcBef>
              <a:spcAft>
                <a:spcPts val="1600"/>
              </a:spcAft>
              <a:buClr>
                <a:srgbClr val="FFFFFF"/>
              </a:buClr>
              <a:buSzTx/>
              <a:buFont typeface="Helvetica 75" panose="020B0804020202020204" pitchFamily="34" charset="0"/>
              <a:buNone/>
              <a:tabLst/>
              <a:defRPr/>
            </a:pPr>
            <a:fld id="{8702007A-2642-4DC4-A457-FD791426C840}" type="slidenum">
              <a:rPr kumimoji="0" lang="fr-FR" sz="1067" b="0" i="0" u="none" strike="noStrike" kern="1200" cap="none" spc="0" normalizeH="0" baseline="0" noProof="0" smtClean="0">
                <a:ln>
                  <a:noFill/>
                </a:ln>
                <a:solidFill>
                  <a:schemeClr val="tx1"/>
                </a:solidFill>
                <a:effectLst/>
                <a:uLnTx/>
                <a:uFillTx/>
                <a:latin typeface="Helvetica 75 Bold" panose="020B0804020202020204" pitchFamily="34" charset="0"/>
                <a:ea typeface="+mn-ea"/>
                <a:cs typeface="+mn-cs"/>
              </a:rPr>
              <a:pPr marL="0" marR="0" lvl="0" indent="0" algn="l" defTabSz="1219170" rtl="0" eaLnBrk="1" fontAlgn="base" latinLnBrk="0" hangingPunct="1">
                <a:lnSpc>
                  <a:spcPct val="85000"/>
                </a:lnSpc>
                <a:spcBef>
                  <a:spcPct val="0"/>
                </a:spcBef>
                <a:spcAft>
                  <a:spcPts val="1600"/>
                </a:spcAft>
                <a:buClr>
                  <a:srgbClr val="FFFFFF"/>
                </a:buClr>
                <a:buSzTx/>
                <a:buFont typeface="Helvetica 75" panose="020B0804020202020204" pitchFamily="34" charset="0"/>
                <a:buNone/>
                <a:tabLst/>
                <a:defRPr/>
              </a:pPr>
              <a:t>‹#›</a:t>
            </a:fld>
            <a:endParaRPr kumimoji="0" lang="fr-FR" sz="1067" b="0" i="0" u="none" strike="noStrike" kern="1200" cap="none" spc="0" normalizeH="0" baseline="0" noProof="0" dirty="0">
              <a:ln>
                <a:noFill/>
              </a:ln>
              <a:solidFill>
                <a:schemeClr val="tx1"/>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3722766032"/>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Lst>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txStyles>
    <p:titleStyle>
      <a:lvl1pPr marL="0" indent="0" algn="l" defTabSz="1219170" rtl="0" eaLnBrk="1" latinLnBrk="0" hangingPunct="1">
        <a:lnSpc>
          <a:spcPct val="90000"/>
        </a:lnSpc>
        <a:spcBef>
          <a:spcPct val="0"/>
        </a:spcBef>
        <a:buNone/>
        <a:defRPr sz="2667" kern="1200" spc="-27" baseline="0">
          <a:solidFill>
            <a:schemeClr val="bg2"/>
          </a:solidFill>
          <a:latin typeface="Helvetica 75 Bold" panose="020B0804020202020204" pitchFamily="34" charset="0"/>
          <a:ea typeface="+mj-ea"/>
          <a:cs typeface="+mj-cs"/>
        </a:defRPr>
      </a:lvl1pPr>
    </p:titleStyle>
    <p:bodyStyle>
      <a:lvl1pPr marL="0" indent="0" algn="l" defTabSz="1219170" rtl="0" eaLnBrk="1" latinLnBrk="0" hangingPunct="1">
        <a:lnSpc>
          <a:spcPct val="90000"/>
        </a:lnSpc>
        <a:spcBef>
          <a:spcPts val="800"/>
        </a:spcBef>
        <a:buClr>
          <a:schemeClr val="bg1"/>
        </a:buClr>
        <a:buSzPct val="25000"/>
        <a:buFont typeface="Calibri" panose="020F0502020204030204" pitchFamily="34" charset="0"/>
        <a:buNone/>
        <a:tabLst/>
        <a:defRPr sz="1867" kern="1200" spc="-27" baseline="0">
          <a:solidFill>
            <a:schemeClr val="bg2"/>
          </a:solidFill>
          <a:latin typeface="Helvetica 75 Bold" panose="020B0804020202020204" pitchFamily="34" charset="0"/>
          <a:ea typeface="+mn-ea"/>
          <a:cs typeface="+mn-cs"/>
        </a:defRPr>
      </a:lvl1pPr>
      <a:lvl2pPr marL="0" indent="0" algn="l" defTabSz="1219170" rtl="0" eaLnBrk="1" latinLnBrk="0" hangingPunct="1">
        <a:lnSpc>
          <a:spcPct val="90000"/>
        </a:lnSpc>
        <a:spcBef>
          <a:spcPts val="800"/>
        </a:spcBef>
        <a:buClr>
          <a:schemeClr val="bg1"/>
        </a:buClr>
        <a:buSzPct val="25000"/>
        <a:buFont typeface="Calibri" panose="020F0502020204030204" pitchFamily="34" charset="0"/>
        <a:buNone/>
        <a:defRPr sz="1867" kern="1200" spc="-27" baseline="0">
          <a:solidFill>
            <a:schemeClr val="tx1"/>
          </a:solidFill>
          <a:latin typeface="Helvetica 75 Bold" panose="020B0804020202020204" pitchFamily="34" charset="0"/>
          <a:ea typeface="+mn-ea"/>
          <a:cs typeface="+mn-cs"/>
        </a:defRPr>
      </a:lvl2pPr>
      <a:lvl3pPr marL="241294" indent="-241294" algn="l" defTabSz="1219170" rtl="0" eaLnBrk="1" latinLnBrk="0" hangingPunct="1">
        <a:lnSpc>
          <a:spcPct val="90000"/>
        </a:lnSpc>
        <a:spcBef>
          <a:spcPts val="800"/>
        </a:spcBef>
        <a:buClr>
          <a:schemeClr val="bg2"/>
        </a:buClr>
        <a:buFont typeface="Wingdings" panose="05000000000000000000" pitchFamily="2" charset="2"/>
        <a:buChar char="§"/>
        <a:defRPr sz="1867" kern="1200" spc="-27" baseline="0">
          <a:solidFill>
            <a:schemeClr val="tx1"/>
          </a:solidFill>
          <a:latin typeface="Helvetica 75 Bold" panose="020B0804020202020204" pitchFamily="34" charset="0"/>
          <a:ea typeface="+mn-ea"/>
          <a:cs typeface="+mn-cs"/>
        </a:defRPr>
      </a:lvl3pPr>
      <a:lvl4pPr marL="543970" indent="-253994" algn="l" defTabSz="1219170" rtl="0" eaLnBrk="1" latinLnBrk="0" hangingPunct="1">
        <a:lnSpc>
          <a:spcPct val="90000"/>
        </a:lnSpc>
        <a:spcBef>
          <a:spcPct val="20000"/>
        </a:spcBef>
        <a:buFont typeface="Arial" panose="020B0604020202020204" pitchFamily="34" charset="0"/>
        <a:buChar char="–"/>
        <a:defRPr sz="1867" kern="1200" spc="-27" baseline="0">
          <a:solidFill>
            <a:schemeClr val="tx1"/>
          </a:solidFill>
          <a:latin typeface="Helvetica 55 Roman" panose="000B0500000000000000" pitchFamily="34" charset="0"/>
          <a:ea typeface="+mn-ea"/>
          <a:cs typeface="+mn-cs"/>
        </a:defRPr>
      </a:lvl4pPr>
      <a:lvl5pPr marL="793731" indent="-230712" algn="l" defTabSz="1219170" rtl="0" eaLnBrk="1" latinLnBrk="0" hangingPunct="1">
        <a:lnSpc>
          <a:spcPct val="90000"/>
        </a:lnSpc>
        <a:spcBef>
          <a:spcPct val="20000"/>
        </a:spcBef>
        <a:buClr>
          <a:schemeClr val="tx1"/>
        </a:buClr>
        <a:buFont typeface="Arial" panose="020B0604020202020204" pitchFamily="34" charset="0"/>
        <a:buChar char="–"/>
        <a:defRPr sz="1867" kern="1200" spc="-27" baseline="0">
          <a:solidFill>
            <a:schemeClr val="tx1"/>
          </a:solidFill>
          <a:latin typeface="Helvetica 55 Roman" panose="000B0500000000000000" pitchFamily="34" charset="0"/>
          <a:ea typeface="+mn-ea"/>
          <a:cs typeface="+mn-cs"/>
        </a:defRPr>
      </a:lvl5pPr>
      <a:lvl6pPr marL="1066773" indent="-253994" algn="l" defTabSz="1219170" rtl="0" eaLnBrk="1" latinLnBrk="0" hangingPunct="1">
        <a:spcBef>
          <a:spcPct val="20000"/>
        </a:spcBef>
        <a:buFont typeface="Arial" panose="020B0604020202020204" pitchFamily="34" charset="0"/>
        <a:buChar char="–"/>
        <a:defRPr sz="1867" kern="1200">
          <a:solidFill>
            <a:schemeClr val="tx1"/>
          </a:solidFill>
          <a:latin typeface="Helvetica 55 Roman" panose="020B0604020202020204" pitchFamily="34" charset="0"/>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jp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7.xml"/><Relationship Id="rId6" Type="http://schemas.openxmlformats.org/officeDocument/2006/relationships/image" Target="../media/image8.jpe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6.png"/><Relationship Id="rId2" Type="http://schemas.openxmlformats.org/officeDocument/2006/relationships/diagramData" Target="../diagrams/data1.xml"/><Relationship Id="rId1" Type="http://schemas.openxmlformats.org/officeDocument/2006/relationships/slideLayout" Target="../slideLayouts/slideLayout1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jpg"/><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17.xml"/><Relationship Id="rId4" Type="http://schemas.openxmlformats.org/officeDocument/2006/relationships/image" Target="../media/image20.jp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CCD9561-9ABC-E94F-0865-89B90EF54C8A}"/>
              </a:ext>
            </a:extLst>
          </p:cNvPr>
          <p:cNvSpPr>
            <a:spLocks noGrp="1"/>
          </p:cNvSpPr>
          <p:nvPr>
            <p:ph type="ctrTitle"/>
          </p:nvPr>
        </p:nvSpPr>
        <p:spPr/>
        <p:txBody>
          <a:bodyPr/>
          <a:lstStyle/>
          <a:p>
            <a:r>
              <a:rPr lang="en-US" dirty="0"/>
              <a:t>Stage – Développeur Politique de Sécurité</a:t>
            </a:r>
          </a:p>
        </p:txBody>
      </p:sp>
      <p:sp>
        <p:nvSpPr>
          <p:cNvPr id="10" name="Subtitle 2">
            <a:extLst>
              <a:ext uri="{FF2B5EF4-FFF2-40B4-BE49-F238E27FC236}">
                <a16:creationId xmlns:a16="http://schemas.microsoft.com/office/drawing/2014/main" id="{E6CCB09A-68B3-1C40-41E3-D9D3920B6C9E}"/>
              </a:ext>
            </a:extLst>
          </p:cNvPr>
          <p:cNvSpPr>
            <a:spLocks noGrp="1"/>
          </p:cNvSpPr>
          <p:nvPr>
            <p:ph type="subTitle" idx="1"/>
          </p:nvPr>
        </p:nvSpPr>
        <p:spPr>
          <a:xfrm>
            <a:off x="764949" y="5795540"/>
            <a:ext cx="5788647" cy="451496"/>
          </a:xfrm>
        </p:spPr>
        <p:txBody>
          <a:bodyPr/>
          <a:lstStyle/>
          <a:p>
            <a:r>
              <a:rPr lang="en-US" dirty="0"/>
              <a:t>Ramya Radjesh</a:t>
            </a:r>
          </a:p>
          <a:p>
            <a:r>
              <a:rPr lang="en-US" dirty="0"/>
              <a:t>EPITA – Fall 2022– Computer Security</a:t>
            </a:r>
          </a:p>
        </p:txBody>
      </p:sp>
      <p:pic>
        <p:nvPicPr>
          <p:cNvPr id="2050" name="Picture 2">
            <a:extLst>
              <a:ext uri="{FF2B5EF4-FFF2-40B4-BE49-F238E27FC236}">
                <a16:creationId xmlns:a16="http://schemas.microsoft.com/office/drawing/2014/main" id="{51E6AB13-EFD7-7FEE-1C9B-963F036C2A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00159" y="5386654"/>
            <a:ext cx="1874521" cy="126926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D305AEF-3B88-9A66-5515-A37226D1D5CD}"/>
              </a:ext>
            </a:extLst>
          </p:cNvPr>
          <p:cNvSpPr txBox="1"/>
          <p:nvPr/>
        </p:nvSpPr>
        <p:spPr>
          <a:xfrm>
            <a:off x="1401097" y="4129548"/>
            <a:ext cx="8981768" cy="369332"/>
          </a:xfrm>
          <a:prstGeom prst="rect">
            <a:avLst/>
          </a:prstGeom>
          <a:noFill/>
        </p:spPr>
        <p:txBody>
          <a:bodyPr wrap="square" rtlCol="0">
            <a:spAutoFit/>
          </a:bodyPr>
          <a:lstStyle/>
          <a:p>
            <a:pPr algn="l"/>
            <a:r>
              <a:rPr lang="en-FR" dirty="0">
                <a:latin typeface="+mj-lt"/>
              </a:rPr>
              <a:t>5th February – 26th July</a:t>
            </a:r>
            <a:endParaRPr lang="en-FR" sz="1800" dirty="0">
              <a:latin typeface="+mj-lt"/>
            </a:endParaRPr>
          </a:p>
        </p:txBody>
      </p:sp>
    </p:spTree>
    <p:extLst>
      <p:ext uri="{BB962C8B-B14F-4D97-AF65-F5344CB8AC3E}">
        <p14:creationId xmlns:p14="http://schemas.microsoft.com/office/powerpoint/2010/main" val="1523362535"/>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C56EA2-65DC-9F3F-5DF8-19629A0A4541}"/>
              </a:ext>
            </a:extLst>
          </p:cNvPr>
          <p:cNvSpPr txBox="1"/>
          <p:nvPr/>
        </p:nvSpPr>
        <p:spPr>
          <a:xfrm>
            <a:off x="365760" y="311555"/>
            <a:ext cx="7263527" cy="923330"/>
          </a:xfrm>
          <a:prstGeom prst="rect">
            <a:avLst/>
          </a:prstGeom>
          <a:noFill/>
        </p:spPr>
        <p:txBody>
          <a:bodyPr wrap="none" rtlCol="0">
            <a:spAutoFit/>
          </a:bodyPr>
          <a:lstStyle/>
          <a:p>
            <a:pPr algn="l"/>
            <a:r>
              <a:rPr lang="en-FR" sz="5400" dirty="0">
                <a:solidFill>
                  <a:schemeClr val="bg2"/>
                </a:solidFill>
                <a:latin typeface="+mj-lt"/>
              </a:rPr>
              <a:t>In this presentation…</a:t>
            </a:r>
            <a:endParaRPr lang="en-FR" sz="1800" dirty="0">
              <a:solidFill>
                <a:schemeClr val="bg2"/>
              </a:solidFill>
              <a:latin typeface="+mj-lt"/>
            </a:endParaRPr>
          </a:p>
        </p:txBody>
      </p:sp>
      <p:sp>
        <p:nvSpPr>
          <p:cNvPr id="4" name="Rounded Rectangle 3">
            <a:extLst>
              <a:ext uri="{FF2B5EF4-FFF2-40B4-BE49-F238E27FC236}">
                <a16:creationId xmlns:a16="http://schemas.microsoft.com/office/drawing/2014/main" id="{25702A67-C893-AC24-0E20-DCECBEBD03B7}"/>
              </a:ext>
            </a:extLst>
          </p:cNvPr>
          <p:cNvSpPr/>
          <p:nvPr/>
        </p:nvSpPr>
        <p:spPr>
          <a:xfrm>
            <a:off x="445008" y="1706880"/>
            <a:ext cx="2231136" cy="1950720"/>
          </a:xfrm>
          <a:prstGeom prst="round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5" name="Oval 4">
            <a:extLst>
              <a:ext uri="{FF2B5EF4-FFF2-40B4-BE49-F238E27FC236}">
                <a16:creationId xmlns:a16="http://schemas.microsoft.com/office/drawing/2014/main" id="{F50B1762-96FF-BE07-56D2-8D90E5363336}"/>
              </a:ext>
            </a:extLst>
          </p:cNvPr>
          <p:cNvSpPr/>
          <p:nvPr/>
        </p:nvSpPr>
        <p:spPr>
          <a:xfrm>
            <a:off x="609600" y="1792224"/>
            <a:ext cx="158496" cy="146304"/>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6" name="Oval 5">
            <a:extLst>
              <a:ext uri="{FF2B5EF4-FFF2-40B4-BE49-F238E27FC236}">
                <a16:creationId xmlns:a16="http://schemas.microsoft.com/office/drawing/2014/main" id="{5221E3C9-E416-7D59-9C74-1CAD9EB7BC2F}"/>
              </a:ext>
            </a:extLst>
          </p:cNvPr>
          <p:cNvSpPr/>
          <p:nvPr/>
        </p:nvSpPr>
        <p:spPr>
          <a:xfrm>
            <a:off x="804672" y="1792224"/>
            <a:ext cx="158496" cy="146304"/>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7" name="Oval 6">
            <a:extLst>
              <a:ext uri="{FF2B5EF4-FFF2-40B4-BE49-F238E27FC236}">
                <a16:creationId xmlns:a16="http://schemas.microsoft.com/office/drawing/2014/main" id="{76A7E8F6-903E-1A17-7AA4-C47CA9AFF5C4}"/>
              </a:ext>
            </a:extLst>
          </p:cNvPr>
          <p:cNvSpPr/>
          <p:nvPr/>
        </p:nvSpPr>
        <p:spPr>
          <a:xfrm>
            <a:off x="999744" y="1792224"/>
            <a:ext cx="158496" cy="146304"/>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8" name="TextBox 7">
            <a:extLst>
              <a:ext uri="{FF2B5EF4-FFF2-40B4-BE49-F238E27FC236}">
                <a16:creationId xmlns:a16="http://schemas.microsoft.com/office/drawing/2014/main" id="{450DEFC9-656A-2428-4BAA-7AD8C311A9D8}"/>
              </a:ext>
            </a:extLst>
          </p:cNvPr>
          <p:cNvSpPr txBox="1"/>
          <p:nvPr/>
        </p:nvSpPr>
        <p:spPr>
          <a:xfrm>
            <a:off x="390644" y="2107887"/>
            <a:ext cx="1420560" cy="830997"/>
          </a:xfrm>
          <a:prstGeom prst="rect">
            <a:avLst/>
          </a:prstGeom>
          <a:noFill/>
        </p:spPr>
        <p:txBody>
          <a:bodyPr wrap="square" rtlCol="0">
            <a:spAutoFit/>
          </a:bodyPr>
          <a:lstStyle/>
          <a:p>
            <a:pPr algn="l"/>
            <a:r>
              <a:rPr lang="en-FR" sz="4800" dirty="0">
                <a:solidFill>
                  <a:schemeClr val="bg2"/>
                </a:solidFill>
                <a:latin typeface="+mj-lt"/>
              </a:rPr>
              <a:t>01</a:t>
            </a:r>
          </a:p>
        </p:txBody>
      </p:sp>
      <p:sp>
        <p:nvSpPr>
          <p:cNvPr id="9" name="TextBox 8">
            <a:extLst>
              <a:ext uri="{FF2B5EF4-FFF2-40B4-BE49-F238E27FC236}">
                <a16:creationId xmlns:a16="http://schemas.microsoft.com/office/drawing/2014/main" id="{082B7B06-8D30-858F-25E2-2B19C26B5429}"/>
              </a:ext>
            </a:extLst>
          </p:cNvPr>
          <p:cNvSpPr txBox="1"/>
          <p:nvPr/>
        </p:nvSpPr>
        <p:spPr>
          <a:xfrm>
            <a:off x="1541050" y="2861858"/>
            <a:ext cx="1465707" cy="369332"/>
          </a:xfrm>
          <a:prstGeom prst="rect">
            <a:avLst/>
          </a:prstGeom>
          <a:noFill/>
        </p:spPr>
        <p:txBody>
          <a:bodyPr wrap="square" rtlCol="0">
            <a:spAutoFit/>
          </a:bodyPr>
          <a:lstStyle/>
          <a:p>
            <a:pPr algn="l"/>
            <a:r>
              <a:rPr lang="en-FR" sz="1800" dirty="0">
                <a:latin typeface="+mj-lt"/>
              </a:rPr>
              <a:t>Orange </a:t>
            </a:r>
          </a:p>
        </p:txBody>
      </p:sp>
      <p:sp>
        <p:nvSpPr>
          <p:cNvPr id="10" name="Rounded Rectangle 9">
            <a:extLst>
              <a:ext uri="{FF2B5EF4-FFF2-40B4-BE49-F238E27FC236}">
                <a16:creationId xmlns:a16="http://schemas.microsoft.com/office/drawing/2014/main" id="{90755055-1C21-AC3F-47B9-475BF1AE878F}"/>
              </a:ext>
            </a:extLst>
          </p:cNvPr>
          <p:cNvSpPr/>
          <p:nvPr/>
        </p:nvSpPr>
        <p:spPr>
          <a:xfrm>
            <a:off x="2898172" y="1697379"/>
            <a:ext cx="2231136" cy="1950720"/>
          </a:xfrm>
          <a:prstGeom prst="round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11" name="Oval 10">
            <a:extLst>
              <a:ext uri="{FF2B5EF4-FFF2-40B4-BE49-F238E27FC236}">
                <a16:creationId xmlns:a16="http://schemas.microsoft.com/office/drawing/2014/main" id="{31E49F73-CE3A-74E5-A62D-F49BF53D1510}"/>
              </a:ext>
            </a:extLst>
          </p:cNvPr>
          <p:cNvSpPr/>
          <p:nvPr/>
        </p:nvSpPr>
        <p:spPr>
          <a:xfrm>
            <a:off x="3061701" y="1839525"/>
            <a:ext cx="158496" cy="15125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14" name="Oval 13">
            <a:extLst>
              <a:ext uri="{FF2B5EF4-FFF2-40B4-BE49-F238E27FC236}">
                <a16:creationId xmlns:a16="http://schemas.microsoft.com/office/drawing/2014/main" id="{79C38D5B-139A-7DA4-C386-8BB63BD22D1B}"/>
              </a:ext>
            </a:extLst>
          </p:cNvPr>
          <p:cNvSpPr/>
          <p:nvPr/>
        </p:nvSpPr>
        <p:spPr>
          <a:xfrm>
            <a:off x="3279576" y="1839525"/>
            <a:ext cx="158496" cy="14135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15" name="Oval 14">
            <a:extLst>
              <a:ext uri="{FF2B5EF4-FFF2-40B4-BE49-F238E27FC236}">
                <a16:creationId xmlns:a16="http://schemas.microsoft.com/office/drawing/2014/main" id="{CE660851-8400-0063-4191-F551D42D7B85}"/>
              </a:ext>
            </a:extLst>
          </p:cNvPr>
          <p:cNvSpPr/>
          <p:nvPr/>
        </p:nvSpPr>
        <p:spPr>
          <a:xfrm>
            <a:off x="3503844" y="1852287"/>
            <a:ext cx="158496" cy="146304"/>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17" name="TextBox 16">
            <a:extLst>
              <a:ext uri="{FF2B5EF4-FFF2-40B4-BE49-F238E27FC236}">
                <a16:creationId xmlns:a16="http://schemas.microsoft.com/office/drawing/2014/main" id="{1B6A6D51-D398-D23C-457D-6463DAD9A8EF}"/>
              </a:ext>
            </a:extLst>
          </p:cNvPr>
          <p:cNvSpPr txBox="1"/>
          <p:nvPr/>
        </p:nvSpPr>
        <p:spPr>
          <a:xfrm>
            <a:off x="2875502" y="2017582"/>
            <a:ext cx="1138238" cy="830997"/>
          </a:xfrm>
          <a:prstGeom prst="rect">
            <a:avLst/>
          </a:prstGeom>
          <a:noFill/>
        </p:spPr>
        <p:txBody>
          <a:bodyPr wrap="square" rtlCol="0">
            <a:spAutoFit/>
          </a:bodyPr>
          <a:lstStyle/>
          <a:p>
            <a:pPr algn="l"/>
            <a:r>
              <a:rPr lang="en-FR" sz="4800" dirty="0">
                <a:solidFill>
                  <a:schemeClr val="bg2"/>
                </a:solidFill>
                <a:latin typeface="+mj-lt"/>
              </a:rPr>
              <a:t>02</a:t>
            </a:r>
            <a:endParaRPr lang="en-FR" sz="1800" dirty="0">
              <a:solidFill>
                <a:schemeClr val="bg2"/>
              </a:solidFill>
              <a:latin typeface="+mj-lt"/>
            </a:endParaRPr>
          </a:p>
        </p:txBody>
      </p:sp>
      <p:sp>
        <p:nvSpPr>
          <p:cNvPr id="18" name="Rounded Rectangle 17">
            <a:extLst>
              <a:ext uri="{FF2B5EF4-FFF2-40B4-BE49-F238E27FC236}">
                <a16:creationId xmlns:a16="http://schemas.microsoft.com/office/drawing/2014/main" id="{4E37A7D2-CF7C-9356-047A-54EE8F667FAA}"/>
              </a:ext>
            </a:extLst>
          </p:cNvPr>
          <p:cNvSpPr/>
          <p:nvPr/>
        </p:nvSpPr>
        <p:spPr>
          <a:xfrm>
            <a:off x="5371360" y="1717605"/>
            <a:ext cx="2231136" cy="1950720"/>
          </a:xfrm>
          <a:prstGeom prst="round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27" name="Oval 26">
            <a:extLst>
              <a:ext uri="{FF2B5EF4-FFF2-40B4-BE49-F238E27FC236}">
                <a16:creationId xmlns:a16="http://schemas.microsoft.com/office/drawing/2014/main" id="{B4351686-22B2-6DDF-079D-962DA31391C9}"/>
              </a:ext>
            </a:extLst>
          </p:cNvPr>
          <p:cNvSpPr/>
          <p:nvPr/>
        </p:nvSpPr>
        <p:spPr>
          <a:xfrm>
            <a:off x="5606882" y="1802932"/>
            <a:ext cx="158496" cy="146304"/>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b="1" dirty="0">
              <a:solidFill>
                <a:srgbClr val="000000"/>
              </a:solidFill>
            </a:endParaRPr>
          </a:p>
        </p:txBody>
      </p:sp>
      <p:sp>
        <p:nvSpPr>
          <p:cNvPr id="29" name="Oval 28">
            <a:extLst>
              <a:ext uri="{FF2B5EF4-FFF2-40B4-BE49-F238E27FC236}">
                <a16:creationId xmlns:a16="http://schemas.microsoft.com/office/drawing/2014/main" id="{7D1F33A9-6164-7857-87A3-3CAF0B7B7B40}"/>
              </a:ext>
            </a:extLst>
          </p:cNvPr>
          <p:cNvSpPr/>
          <p:nvPr/>
        </p:nvSpPr>
        <p:spPr>
          <a:xfrm>
            <a:off x="5808246" y="1806784"/>
            <a:ext cx="158496" cy="146304"/>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31" name="Oval 30">
            <a:extLst>
              <a:ext uri="{FF2B5EF4-FFF2-40B4-BE49-F238E27FC236}">
                <a16:creationId xmlns:a16="http://schemas.microsoft.com/office/drawing/2014/main" id="{8DDE3522-7FF0-4B55-C602-B8B23A410173}"/>
              </a:ext>
            </a:extLst>
          </p:cNvPr>
          <p:cNvSpPr/>
          <p:nvPr/>
        </p:nvSpPr>
        <p:spPr>
          <a:xfrm rot="5400000" flipV="1">
            <a:off x="6037582" y="1807541"/>
            <a:ext cx="146308" cy="158496"/>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32" name="TextBox 31">
            <a:extLst>
              <a:ext uri="{FF2B5EF4-FFF2-40B4-BE49-F238E27FC236}">
                <a16:creationId xmlns:a16="http://schemas.microsoft.com/office/drawing/2014/main" id="{3114DFA5-3177-0F04-2CBA-CF72239A6746}"/>
              </a:ext>
            </a:extLst>
          </p:cNvPr>
          <p:cNvSpPr txBox="1"/>
          <p:nvPr/>
        </p:nvSpPr>
        <p:spPr>
          <a:xfrm>
            <a:off x="5371360" y="1994653"/>
            <a:ext cx="1625845" cy="830997"/>
          </a:xfrm>
          <a:prstGeom prst="rect">
            <a:avLst/>
          </a:prstGeom>
          <a:noFill/>
        </p:spPr>
        <p:txBody>
          <a:bodyPr wrap="square" rtlCol="0">
            <a:spAutoFit/>
          </a:bodyPr>
          <a:lstStyle/>
          <a:p>
            <a:pPr algn="l"/>
            <a:r>
              <a:rPr lang="en-FR" sz="4800" dirty="0">
                <a:solidFill>
                  <a:schemeClr val="bg2"/>
                </a:solidFill>
                <a:latin typeface="+mj-lt"/>
              </a:rPr>
              <a:t>03</a:t>
            </a:r>
            <a:endParaRPr lang="en-FR" sz="1800" dirty="0">
              <a:solidFill>
                <a:schemeClr val="bg2"/>
              </a:solidFill>
              <a:latin typeface="+mj-lt"/>
            </a:endParaRPr>
          </a:p>
        </p:txBody>
      </p:sp>
      <p:sp>
        <p:nvSpPr>
          <p:cNvPr id="33" name="TextBox 32">
            <a:extLst>
              <a:ext uri="{FF2B5EF4-FFF2-40B4-BE49-F238E27FC236}">
                <a16:creationId xmlns:a16="http://schemas.microsoft.com/office/drawing/2014/main" id="{7045DD45-4AD3-80FF-8791-89DCCF2AECB9}"/>
              </a:ext>
            </a:extLst>
          </p:cNvPr>
          <p:cNvSpPr txBox="1"/>
          <p:nvPr/>
        </p:nvSpPr>
        <p:spPr>
          <a:xfrm>
            <a:off x="4039537" y="2861858"/>
            <a:ext cx="939583" cy="369332"/>
          </a:xfrm>
          <a:prstGeom prst="rect">
            <a:avLst/>
          </a:prstGeom>
          <a:noFill/>
        </p:spPr>
        <p:txBody>
          <a:bodyPr wrap="square" rtlCol="0">
            <a:spAutoFit/>
          </a:bodyPr>
          <a:lstStyle/>
          <a:p>
            <a:pPr algn="l"/>
            <a:r>
              <a:rPr lang="en-FR" sz="1800" dirty="0">
                <a:latin typeface="+mj-lt"/>
              </a:rPr>
              <a:t>eBPF</a:t>
            </a:r>
          </a:p>
        </p:txBody>
      </p:sp>
      <p:sp>
        <p:nvSpPr>
          <p:cNvPr id="34" name="TextBox 33">
            <a:extLst>
              <a:ext uri="{FF2B5EF4-FFF2-40B4-BE49-F238E27FC236}">
                <a16:creationId xmlns:a16="http://schemas.microsoft.com/office/drawing/2014/main" id="{E366DA0C-4F0A-EA06-B4B4-258BB670E3BF}"/>
              </a:ext>
            </a:extLst>
          </p:cNvPr>
          <p:cNvSpPr txBox="1"/>
          <p:nvPr/>
        </p:nvSpPr>
        <p:spPr>
          <a:xfrm>
            <a:off x="5829684" y="2852837"/>
            <a:ext cx="2601863" cy="646331"/>
          </a:xfrm>
          <a:prstGeom prst="rect">
            <a:avLst/>
          </a:prstGeom>
          <a:noFill/>
        </p:spPr>
        <p:txBody>
          <a:bodyPr wrap="square" rtlCol="0">
            <a:spAutoFit/>
          </a:bodyPr>
          <a:lstStyle/>
          <a:p>
            <a:pPr algn="l"/>
            <a:r>
              <a:rPr lang="en-FR" sz="1800" dirty="0">
                <a:latin typeface="+mj-lt"/>
              </a:rPr>
              <a:t>eBPF </a:t>
            </a:r>
            <a:r>
              <a:rPr lang="en-FR" dirty="0">
                <a:latin typeface="+mj-lt"/>
              </a:rPr>
              <a:t>– Intern Objective</a:t>
            </a:r>
            <a:endParaRPr lang="en-FR" sz="1800" dirty="0">
              <a:latin typeface="+mj-lt"/>
            </a:endParaRPr>
          </a:p>
        </p:txBody>
      </p:sp>
      <p:sp>
        <p:nvSpPr>
          <p:cNvPr id="35" name="Rounded Rectangle 34">
            <a:extLst>
              <a:ext uri="{FF2B5EF4-FFF2-40B4-BE49-F238E27FC236}">
                <a16:creationId xmlns:a16="http://schemas.microsoft.com/office/drawing/2014/main" id="{066AEBA8-5D3D-5C0E-8D2F-F6BD8597778C}"/>
              </a:ext>
            </a:extLst>
          </p:cNvPr>
          <p:cNvSpPr/>
          <p:nvPr/>
        </p:nvSpPr>
        <p:spPr>
          <a:xfrm>
            <a:off x="7832432" y="1709587"/>
            <a:ext cx="2231136" cy="1950720"/>
          </a:xfrm>
          <a:prstGeom prst="round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36" name="Oval 35">
            <a:extLst>
              <a:ext uri="{FF2B5EF4-FFF2-40B4-BE49-F238E27FC236}">
                <a16:creationId xmlns:a16="http://schemas.microsoft.com/office/drawing/2014/main" id="{0D3EB43E-AA99-2A9C-8DB6-3605FBC4463A}"/>
              </a:ext>
            </a:extLst>
          </p:cNvPr>
          <p:cNvSpPr/>
          <p:nvPr/>
        </p:nvSpPr>
        <p:spPr>
          <a:xfrm>
            <a:off x="8048169" y="1807353"/>
            <a:ext cx="168923" cy="16771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b="1" dirty="0">
              <a:solidFill>
                <a:srgbClr val="000000"/>
              </a:solidFill>
            </a:endParaRPr>
          </a:p>
        </p:txBody>
      </p:sp>
      <p:sp>
        <p:nvSpPr>
          <p:cNvPr id="37" name="Oval 36">
            <a:extLst>
              <a:ext uri="{FF2B5EF4-FFF2-40B4-BE49-F238E27FC236}">
                <a16:creationId xmlns:a16="http://schemas.microsoft.com/office/drawing/2014/main" id="{131CDD38-7D82-FE70-14E3-01336A12C047}"/>
              </a:ext>
            </a:extLst>
          </p:cNvPr>
          <p:cNvSpPr/>
          <p:nvPr/>
        </p:nvSpPr>
        <p:spPr>
          <a:xfrm>
            <a:off x="8262624" y="1791367"/>
            <a:ext cx="168923" cy="183704"/>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38" name="Oval 37">
            <a:extLst>
              <a:ext uri="{FF2B5EF4-FFF2-40B4-BE49-F238E27FC236}">
                <a16:creationId xmlns:a16="http://schemas.microsoft.com/office/drawing/2014/main" id="{8AEFF48F-589E-1392-7A92-F6A5FB42980D}"/>
              </a:ext>
            </a:extLst>
          </p:cNvPr>
          <p:cNvSpPr/>
          <p:nvPr/>
        </p:nvSpPr>
        <p:spPr>
          <a:xfrm rot="5400000" flipV="1">
            <a:off x="8493550" y="1798756"/>
            <a:ext cx="183705" cy="16892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39" name="TextBox 38">
            <a:extLst>
              <a:ext uri="{FF2B5EF4-FFF2-40B4-BE49-F238E27FC236}">
                <a16:creationId xmlns:a16="http://schemas.microsoft.com/office/drawing/2014/main" id="{1D255881-4F45-E90F-5CE9-C7F06977F5A4}"/>
              </a:ext>
            </a:extLst>
          </p:cNvPr>
          <p:cNvSpPr txBox="1"/>
          <p:nvPr/>
        </p:nvSpPr>
        <p:spPr>
          <a:xfrm>
            <a:off x="7845764" y="1988500"/>
            <a:ext cx="1322695" cy="830997"/>
          </a:xfrm>
          <a:prstGeom prst="rect">
            <a:avLst/>
          </a:prstGeom>
          <a:noFill/>
        </p:spPr>
        <p:txBody>
          <a:bodyPr wrap="square" rtlCol="0">
            <a:spAutoFit/>
          </a:bodyPr>
          <a:lstStyle/>
          <a:p>
            <a:pPr algn="l"/>
            <a:r>
              <a:rPr lang="en-FR" sz="4800" dirty="0">
                <a:solidFill>
                  <a:schemeClr val="bg2"/>
                </a:solidFill>
                <a:latin typeface="+mj-lt"/>
              </a:rPr>
              <a:t>04</a:t>
            </a:r>
            <a:endParaRPr lang="en-FR" sz="1800" dirty="0">
              <a:solidFill>
                <a:schemeClr val="bg2"/>
              </a:solidFill>
              <a:latin typeface="+mj-lt"/>
            </a:endParaRPr>
          </a:p>
        </p:txBody>
      </p:sp>
      <p:sp>
        <p:nvSpPr>
          <p:cNvPr id="40" name="TextBox 39">
            <a:extLst>
              <a:ext uri="{FF2B5EF4-FFF2-40B4-BE49-F238E27FC236}">
                <a16:creationId xmlns:a16="http://schemas.microsoft.com/office/drawing/2014/main" id="{32D26748-E1A0-96DA-87BD-8D45EE0B969C}"/>
              </a:ext>
            </a:extLst>
          </p:cNvPr>
          <p:cNvSpPr txBox="1"/>
          <p:nvPr/>
        </p:nvSpPr>
        <p:spPr>
          <a:xfrm>
            <a:off x="8386868" y="2819497"/>
            <a:ext cx="1813919" cy="646331"/>
          </a:xfrm>
          <a:prstGeom prst="rect">
            <a:avLst/>
          </a:prstGeom>
          <a:noFill/>
        </p:spPr>
        <p:txBody>
          <a:bodyPr wrap="square" rtlCol="0">
            <a:spAutoFit/>
          </a:bodyPr>
          <a:lstStyle/>
          <a:p>
            <a:pPr algn="l"/>
            <a:r>
              <a:rPr lang="en-FR" sz="1800" dirty="0">
                <a:latin typeface="+mj-lt"/>
              </a:rPr>
              <a:t>Internship -Deliverable 1</a:t>
            </a:r>
          </a:p>
        </p:txBody>
      </p:sp>
      <p:sp>
        <p:nvSpPr>
          <p:cNvPr id="41" name="Rounded Rectangle 40">
            <a:extLst>
              <a:ext uri="{FF2B5EF4-FFF2-40B4-BE49-F238E27FC236}">
                <a16:creationId xmlns:a16="http://schemas.microsoft.com/office/drawing/2014/main" id="{D335DF26-A8B4-F11A-CD0E-AA04FB9ACA79}"/>
              </a:ext>
            </a:extLst>
          </p:cNvPr>
          <p:cNvSpPr/>
          <p:nvPr/>
        </p:nvSpPr>
        <p:spPr>
          <a:xfrm>
            <a:off x="450155" y="3966224"/>
            <a:ext cx="2231136" cy="1950720"/>
          </a:xfrm>
          <a:prstGeom prst="round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42" name="Oval 41">
            <a:extLst>
              <a:ext uri="{FF2B5EF4-FFF2-40B4-BE49-F238E27FC236}">
                <a16:creationId xmlns:a16="http://schemas.microsoft.com/office/drawing/2014/main" id="{DC9B4BCE-B47E-0C07-72AA-D1C2BA714801}"/>
              </a:ext>
            </a:extLst>
          </p:cNvPr>
          <p:cNvSpPr/>
          <p:nvPr/>
        </p:nvSpPr>
        <p:spPr>
          <a:xfrm>
            <a:off x="609600" y="4056443"/>
            <a:ext cx="158496" cy="146304"/>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43" name="Oval 42">
            <a:extLst>
              <a:ext uri="{FF2B5EF4-FFF2-40B4-BE49-F238E27FC236}">
                <a16:creationId xmlns:a16="http://schemas.microsoft.com/office/drawing/2014/main" id="{A1B1A031-26BC-F9EF-89E9-704964C155D4}"/>
              </a:ext>
            </a:extLst>
          </p:cNvPr>
          <p:cNvSpPr/>
          <p:nvPr/>
        </p:nvSpPr>
        <p:spPr>
          <a:xfrm>
            <a:off x="812292" y="4056443"/>
            <a:ext cx="158496" cy="146304"/>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44" name="Oval 43">
            <a:extLst>
              <a:ext uri="{FF2B5EF4-FFF2-40B4-BE49-F238E27FC236}">
                <a16:creationId xmlns:a16="http://schemas.microsoft.com/office/drawing/2014/main" id="{4648E862-B518-2BCD-A5C1-BC8BB212778A}"/>
              </a:ext>
            </a:extLst>
          </p:cNvPr>
          <p:cNvSpPr/>
          <p:nvPr/>
        </p:nvSpPr>
        <p:spPr>
          <a:xfrm>
            <a:off x="1000696" y="4056443"/>
            <a:ext cx="158496" cy="146304"/>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45" name="TextBox 44">
            <a:extLst>
              <a:ext uri="{FF2B5EF4-FFF2-40B4-BE49-F238E27FC236}">
                <a16:creationId xmlns:a16="http://schemas.microsoft.com/office/drawing/2014/main" id="{1905941A-DD84-2A66-319D-0EB678C283C9}"/>
              </a:ext>
            </a:extLst>
          </p:cNvPr>
          <p:cNvSpPr txBox="1"/>
          <p:nvPr/>
        </p:nvSpPr>
        <p:spPr>
          <a:xfrm>
            <a:off x="442624" y="4205294"/>
            <a:ext cx="882592" cy="830997"/>
          </a:xfrm>
          <a:prstGeom prst="rect">
            <a:avLst/>
          </a:prstGeom>
          <a:noFill/>
        </p:spPr>
        <p:txBody>
          <a:bodyPr wrap="square" rtlCol="0">
            <a:spAutoFit/>
          </a:bodyPr>
          <a:lstStyle/>
          <a:p>
            <a:pPr algn="l"/>
            <a:r>
              <a:rPr lang="en-FR" sz="4800" dirty="0">
                <a:solidFill>
                  <a:schemeClr val="bg2"/>
                </a:solidFill>
                <a:latin typeface="+mj-lt"/>
              </a:rPr>
              <a:t>05</a:t>
            </a:r>
            <a:endParaRPr lang="en-FR" sz="1800" dirty="0">
              <a:solidFill>
                <a:schemeClr val="bg2"/>
              </a:solidFill>
              <a:latin typeface="+mj-lt"/>
            </a:endParaRPr>
          </a:p>
        </p:txBody>
      </p:sp>
      <p:sp>
        <p:nvSpPr>
          <p:cNvPr id="46" name="TextBox 45">
            <a:extLst>
              <a:ext uri="{FF2B5EF4-FFF2-40B4-BE49-F238E27FC236}">
                <a16:creationId xmlns:a16="http://schemas.microsoft.com/office/drawing/2014/main" id="{AD965EFD-1762-E73D-B164-7635321FB193}"/>
              </a:ext>
            </a:extLst>
          </p:cNvPr>
          <p:cNvSpPr txBox="1"/>
          <p:nvPr/>
        </p:nvSpPr>
        <p:spPr>
          <a:xfrm>
            <a:off x="1078992" y="5111741"/>
            <a:ext cx="1754315" cy="646331"/>
          </a:xfrm>
          <a:prstGeom prst="rect">
            <a:avLst/>
          </a:prstGeom>
          <a:noFill/>
        </p:spPr>
        <p:txBody>
          <a:bodyPr wrap="square" rtlCol="0">
            <a:spAutoFit/>
          </a:bodyPr>
          <a:lstStyle/>
          <a:p>
            <a:pPr algn="l"/>
            <a:r>
              <a:rPr lang="en-FR" sz="1800" dirty="0">
                <a:latin typeface="+mj-lt"/>
              </a:rPr>
              <a:t>Internship</a:t>
            </a:r>
          </a:p>
          <a:p>
            <a:pPr algn="l"/>
            <a:r>
              <a:rPr lang="en-FR" sz="1800" dirty="0">
                <a:latin typeface="+mj-lt"/>
              </a:rPr>
              <a:t>-Deliverable 2</a:t>
            </a:r>
          </a:p>
        </p:txBody>
      </p:sp>
      <p:sp>
        <p:nvSpPr>
          <p:cNvPr id="47" name="Rounded Rectangle 46">
            <a:extLst>
              <a:ext uri="{FF2B5EF4-FFF2-40B4-BE49-F238E27FC236}">
                <a16:creationId xmlns:a16="http://schemas.microsoft.com/office/drawing/2014/main" id="{1179638A-D03B-1BB8-A578-3BD6044601A8}"/>
              </a:ext>
            </a:extLst>
          </p:cNvPr>
          <p:cNvSpPr/>
          <p:nvPr/>
        </p:nvSpPr>
        <p:spPr>
          <a:xfrm>
            <a:off x="2898172" y="3882708"/>
            <a:ext cx="2231136" cy="1950720"/>
          </a:xfrm>
          <a:prstGeom prst="round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48" name="Oval 47">
            <a:extLst>
              <a:ext uri="{FF2B5EF4-FFF2-40B4-BE49-F238E27FC236}">
                <a16:creationId xmlns:a16="http://schemas.microsoft.com/office/drawing/2014/main" id="{87D1B299-86A6-F2F1-A190-BF2E41335ABA}"/>
              </a:ext>
            </a:extLst>
          </p:cNvPr>
          <p:cNvSpPr/>
          <p:nvPr/>
        </p:nvSpPr>
        <p:spPr>
          <a:xfrm>
            <a:off x="3066153" y="4040948"/>
            <a:ext cx="158496" cy="146304"/>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49" name="Oval 48">
            <a:extLst>
              <a:ext uri="{FF2B5EF4-FFF2-40B4-BE49-F238E27FC236}">
                <a16:creationId xmlns:a16="http://schemas.microsoft.com/office/drawing/2014/main" id="{032E1D9B-8D1F-BE09-8ED0-B98A454B8D8D}"/>
              </a:ext>
            </a:extLst>
          </p:cNvPr>
          <p:cNvSpPr/>
          <p:nvPr/>
        </p:nvSpPr>
        <p:spPr>
          <a:xfrm>
            <a:off x="3286125" y="4033186"/>
            <a:ext cx="158496" cy="146304"/>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50" name="Oval 49">
            <a:extLst>
              <a:ext uri="{FF2B5EF4-FFF2-40B4-BE49-F238E27FC236}">
                <a16:creationId xmlns:a16="http://schemas.microsoft.com/office/drawing/2014/main" id="{B17708EB-FF6A-4ABE-4B24-BC09E714941D}"/>
              </a:ext>
            </a:extLst>
          </p:cNvPr>
          <p:cNvSpPr/>
          <p:nvPr/>
        </p:nvSpPr>
        <p:spPr>
          <a:xfrm>
            <a:off x="3500773" y="4038407"/>
            <a:ext cx="158496" cy="146304"/>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51" name="TextBox 50">
            <a:extLst>
              <a:ext uri="{FF2B5EF4-FFF2-40B4-BE49-F238E27FC236}">
                <a16:creationId xmlns:a16="http://schemas.microsoft.com/office/drawing/2014/main" id="{02B1705F-35EC-87D6-A525-6906380E1FCC}"/>
              </a:ext>
            </a:extLst>
          </p:cNvPr>
          <p:cNvSpPr txBox="1"/>
          <p:nvPr/>
        </p:nvSpPr>
        <p:spPr>
          <a:xfrm>
            <a:off x="2875267" y="4200712"/>
            <a:ext cx="935822" cy="830997"/>
          </a:xfrm>
          <a:prstGeom prst="rect">
            <a:avLst/>
          </a:prstGeom>
          <a:noFill/>
        </p:spPr>
        <p:txBody>
          <a:bodyPr wrap="square" rtlCol="0">
            <a:spAutoFit/>
          </a:bodyPr>
          <a:lstStyle/>
          <a:p>
            <a:pPr algn="l"/>
            <a:r>
              <a:rPr lang="en-FR" sz="4800" dirty="0">
                <a:solidFill>
                  <a:schemeClr val="bg2"/>
                </a:solidFill>
                <a:latin typeface="+mj-lt"/>
              </a:rPr>
              <a:t>06</a:t>
            </a:r>
            <a:endParaRPr lang="en-FR" sz="1800" dirty="0">
              <a:solidFill>
                <a:schemeClr val="bg2"/>
              </a:solidFill>
              <a:latin typeface="+mj-lt"/>
            </a:endParaRPr>
          </a:p>
        </p:txBody>
      </p:sp>
      <p:sp>
        <p:nvSpPr>
          <p:cNvPr id="52" name="TextBox 51">
            <a:extLst>
              <a:ext uri="{FF2B5EF4-FFF2-40B4-BE49-F238E27FC236}">
                <a16:creationId xmlns:a16="http://schemas.microsoft.com/office/drawing/2014/main" id="{170557A7-8B8B-8094-EAEC-F62DBCBC0B12}"/>
              </a:ext>
            </a:extLst>
          </p:cNvPr>
          <p:cNvSpPr txBox="1"/>
          <p:nvPr/>
        </p:nvSpPr>
        <p:spPr>
          <a:xfrm>
            <a:off x="3580021" y="5128537"/>
            <a:ext cx="1941070" cy="646331"/>
          </a:xfrm>
          <a:prstGeom prst="rect">
            <a:avLst/>
          </a:prstGeom>
          <a:noFill/>
        </p:spPr>
        <p:txBody>
          <a:bodyPr wrap="square" rtlCol="0">
            <a:spAutoFit/>
          </a:bodyPr>
          <a:lstStyle/>
          <a:p>
            <a:pPr algn="l"/>
            <a:r>
              <a:rPr lang="en-GB" dirty="0">
                <a:latin typeface="+mj-lt"/>
              </a:rPr>
              <a:t>R</a:t>
            </a:r>
            <a:r>
              <a:rPr lang="en-FR" dirty="0">
                <a:latin typeface="+mj-lt"/>
              </a:rPr>
              <a:t>eplication - BPFroid</a:t>
            </a:r>
            <a:endParaRPr lang="en-FR" sz="1800" dirty="0">
              <a:latin typeface="+mj-lt"/>
            </a:endParaRPr>
          </a:p>
        </p:txBody>
      </p:sp>
      <p:sp>
        <p:nvSpPr>
          <p:cNvPr id="53" name="Rounded Rectangle 52">
            <a:extLst>
              <a:ext uri="{FF2B5EF4-FFF2-40B4-BE49-F238E27FC236}">
                <a16:creationId xmlns:a16="http://schemas.microsoft.com/office/drawing/2014/main" id="{5D33EE9E-408D-DBD0-9297-B31EDCEC2D26}"/>
              </a:ext>
            </a:extLst>
          </p:cNvPr>
          <p:cNvSpPr/>
          <p:nvPr/>
        </p:nvSpPr>
        <p:spPr>
          <a:xfrm>
            <a:off x="5371360" y="3882708"/>
            <a:ext cx="2231136" cy="1950720"/>
          </a:xfrm>
          <a:prstGeom prst="round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a:p>
            <a:pPr algn="ctr"/>
            <a:endParaRPr lang="en-FR" sz="1600" dirty="0">
              <a:solidFill>
                <a:srgbClr val="000000"/>
              </a:solidFill>
            </a:endParaRPr>
          </a:p>
        </p:txBody>
      </p:sp>
      <p:sp>
        <p:nvSpPr>
          <p:cNvPr id="55" name="Oval 54">
            <a:extLst>
              <a:ext uri="{FF2B5EF4-FFF2-40B4-BE49-F238E27FC236}">
                <a16:creationId xmlns:a16="http://schemas.microsoft.com/office/drawing/2014/main" id="{2A80E69B-9B66-299F-7587-E7FED6976509}"/>
              </a:ext>
            </a:extLst>
          </p:cNvPr>
          <p:cNvSpPr/>
          <p:nvPr/>
        </p:nvSpPr>
        <p:spPr>
          <a:xfrm>
            <a:off x="5541964" y="4004741"/>
            <a:ext cx="158496" cy="146304"/>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56" name="Oval 55">
            <a:extLst>
              <a:ext uri="{FF2B5EF4-FFF2-40B4-BE49-F238E27FC236}">
                <a16:creationId xmlns:a16="http://schemas.microsoft.com/office/drawing/2014/main" id="{FB99BB62-122A-57A0-01A4-E1D1DB95646D}"/>
              </a:ext>
            </a:extLst>
          </p:cNvPr>
          <p:cNvSpPr/>
          <p:nvPr/>
        </p:nvSpPr>
        <p:spPr>
          <a:xfrm>
            <a:off x="5751155" y="4013436"/>
            <a:ext cx="158496" cy="146304"/>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57" name="Oval 56">
            <a:extLst>
              <a:ext uri="{FF2B5EF4-FFF2-40B4-BE49-F238E27FC236}">
                <a16:creationId xmlns:a16="http://schemas.microsoft.com/office/drawing/2014/main" id="{3F986E78-B932-DADD-B996-9726A9A14BBC}"/>
              </a:ext>
            </a:extLst>
          </p:cNvPr>
          <p:cNvSpPr/>
          <p:nvPr/>
        </p:nvSpPr>
        <p:spPr>
          <a:xfrm>
            <a:off x="5952240" y="4004741"/>
            <a:ext cx="158496" cy="146304"/>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58" name="TextBox 57">
            <a:extLst>
              <a:ext uri="{FF2B5EF4-FFF2-40B4-BE49-F238E27FC236}">
                <a16:creationId xmlns:a16="http://schemas.microsoft.com/office/drawing/2014/main" id="{4D56DCD9-BA1A-C803-7CF6-D7933D9DD2F2}"/>
              </a:ext>
            </a:extLst>
          </p:cNvPr>
          <p:cNvSpPr txBox="1"/>
          <p:nvPr/>
        </p:nvSpPr>
        <p:spPr>
          <a:xfrm>
            <a:off x="5378834" y="4187252"/>
            <a:ext cx="901699" cy="830997"/>
          </a:xfrm>
          <a:prstGeom prst="rect">
            <a:avLst/>
          </a:prstGeom>
          <a:noFill/>
        </p:spPr>
        <p:txBody>
          <a:bodyPr wrap="square" rtlCol="0">
            <a:spAutoFit/>
          </a:bodyPr>
          <a:lstStyle/>
          <a:p>
            <a:pPr algn="l"/>
            <a:r>
              <a:rPr lang="en-FR" sz="4800" dirty="0">
                <a:solidFill>
                  <a:schemeClr val="bg2"/>
                </a:solidFill>
                <a:latin typeface="+mj-lt"/>
              </a:rPr>
              <a:t>07</a:t>
            </a:r>
            <a:endParaRPr lang="en-FR" sz="1800" dirty="0">
              <a:solidFill>
                <a:schemeClr val="bg2"/>
              </a:solidFill>
              <a:latin typeface="+mj-lt"/>
            </a:endParaRPr>
          </a:p>
        </p:txBody>
      </p:sp>
      <p:sp>
        <p:nvSpPr>
          <p:cNvPr id="59" name="TextBox 58">
            <a:extLst>
              <a:ext uri="{FF2B5EF4-FFF2-40B4-BE49-F238E27FC236}">
                <a16:creationId xmlns:a16="http://schemas.microsoft.com/office/drawing/2014/main" id="{56F06B57-0418-F91D-1208-FDC2B9A81B4F}"/>
              </a:ext>
            </a:extLst>
          </p:cNvPr>
          <p:cNvSpPr txBox="1"/>
          <p:nvPr/>
        </p:nvSpPr>
        <p:spPr>
          <a:xfrm>
            <a:off x="5952240" y="5187097"/>
            <a:ext cx="1736893" cy="646331"/>
          </a:xfrm>
          <a:prstGeom prst="rect">
            <a:avLst/>
          </a:prstGeom>
          <a:noFill/>
        </p:spPr>
        <p:txBody>
          <a:bodyPr wrap="square" rtlCol="0">
            <a:spAutoFit/>
          </a:bodyPr>
          <a:lstStyle/>
          <a:p>
            <a:pPr algn="l"/>
            <a:r>
              <a:rPr lang="en-FR" dirty="0">
                <a:latin typeface="+mj-lt"/>
              </a:rPr>
              <a:t>Conclusion &amp; Questions</a:t>
            </a:r>
            <a:endParaRPr lang="en-FR" sz="1800" dirty="0">
              <a:latin typeface="+mj-lt"/>
            </a:endParaRPr>
          </a:p>
        </p:txBody>
      </p:sp>
    </p:spTree>
    <p:extLst>
      <p:ext uri="{BB962C8B-B14F-4D97-AF65-F5344CB8AC3E}">
        <p14:creationId xmlns:p14="http://schemas.microsoft.com/office/powerpoint/2010/main" val="2090851836"/>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val 10">
            <a:extLst>
              <a:ext uri="{FF2B5EF4-FFF2-40B4-BE49-F238E27FC236}">
                <a16:creationId xmlns:a16="http://schemas.microsoft.com/office/drawing/2014/main" id="{E9A62E94-BB35-26CC-B3D7-5F025CBA8CA5}"/>
              </a:ext>
            </a:extLst>
          </p:cNvPr>
          <p:cNvSpPr/>
          <p:nvPr/>
        </p:nvSpPr>
        <p:spPr>
          <a:xfrm>
            <a:off x="359569" y="209173"/>
            <a:ext cx="214312" cy="20002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12" name="Oval 11">
            <a:extLst>
              <a:ext uri="{FF2B5EF4-FFF2-40B4-BE49-F238E27FC236}">
                <a16:creationId xmlns:a16="http://schemas.microsoft.com/office/drawing/2014/main" id="{9D21EB69-C700-53A9-CBFF-84FEB5F4AB53}"/>
              </a:ext>
            </a:extLst>
          </p:cNvPr>
          <p:cNvSpPr/>
          <p:nvPr/>
        </p:nvSpPr>
        <p:spPr>
          <a:xfrm>
            <a:off x="667941" y="209172"/>
            <a:ext cx="214312" cy="200025"/>
          </a:xfrm>
          <a:prstGeom prst="ellips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13" name="Oval 12">
            <a:extLst>
              <a:ext uri="{FF2B5EF4-FFF2-40B4-BE49-F238E27FC236}">
                <a16:creationId xmlns:a16="http://schemas.microsoft.com/office/drawing/2014/main" id="{1A06AFB7-A7EC-A542-47AF-BF9DBEB12417}"/>
              </a:ext>
            </a:extLst>
          </p:cNvPr>
          <p:cNvSpPr/>
          <p:nvPr/>
        </p:nvSpPr>
        <p:spPr>
          <a:xfrm>
            <a:off x="1001301" y="209172"/>
            <a:ext cx="214312" cy="200025"/>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14" name="TextBox 13">
            <a:extLst>
              <a:ext uri="{FF2B5EF4-FFF2-40B4-BE49-F238E27FC236}">
                <a16:creationId xmlns:a16="http://schemas.microsoft.com/office/drawing/2014/main" id="{38892665-016E-EB2D-0100-4DC744F0A6E9}"/>
              </a:ext>
            </a:extLst>
          </p:cNvPr>
          <p:cNvSpPr txBox="1"/>
          <p:nvPr/>
        </p:nvSpPr>
        <p:spPr>
          <a:xfrm>
            <a:off x="239275" y="409197"/>
            <a:ext cx="1485900" cy="1015663"/>
          </a:xfrm>
          <a:prstGeom prst="rect">
            <a:avLst/>
          </a:prstGeom>
          <a:noFill/>
        </p:spPr>
        <p:txBody>
          <a:bodyPr wrap="square" rtlCol="0">
            <a:spAutoFit/>
          </a:bodyPr>
          <a:lstStyle/>
          <a:p>
            <a:pPr algn="l"/>
            <a:r>
              <a:rPr lang="en-FR" sz="6000" dirty="0">
                <a:latin typeface="+mj-lt"/>
              </a:rPr>
              <a:t>01</a:t>
            </a:r>
            <a:endParaRPr lang="en-FR" sz="1800" dirty="0">
              <a:latin typeface="+mj-lt"/>
            </a:endParaRPr>
          </a:p>
        </p:txBody>
      </p:sp>
      <p:sp>
        <p:nvSpPr>
          <p:cNvPr id="15" name="TextBox 14">
            <a:extLst>
              <a:ext uri="{FF2B5EF4-FFF2-40B4-BE49-F238E27FC236}">
                <a16:creationId xmlns:a16="http://schemas.microsoft.com/office/drawing/2014/main" id="{0AE82CDA-0A70-5A9B-35C7-09D2BA2CF6CB}"/>
              </a:ext>
            </a:extLst>
          </p:cNvPr>
          <p:cNvSpPr txBox="1"/>
          <p:nvPr/>
        </p:nvSpPr>
        <p:spPr>
          <a:xfrm>
            <a:off x="308674" y="409197"/>
            <a:ext cx="1185862" cy="1015663"/>
          </a:xfrm>
          <a:prstGeom prst="rect">
            <a:avLst/>
          </a:prstGeom>
          <a:noFill/>
        </p:spPr>
        <p:txBody>
          <a:bodyPr wrap="square" rtlCol="0">
            <a:spAutoFit/>
          </a:bodyPr>
          <a:lstStyle/>
          <a:p>
            <a:pPr algn="l"/>
            <a:r>
              <a:rPr lang="en-FR" sz="6000" dirty="0">
                <a:solidFill>
                  <a:schemeClr val="bg2"/>
                </a:solidFill>
                <a:latin typeface="+mj-lt"/>
              </a:rPr>
              <a:t>01</a:t>
            </a:r>
          </a:p>
        </p:txBody>
      </p:sp>
      <p:sp>
        <p:nvSpPr>
          <p:cNvPr id="16" name="TextBox 15">
            <a:extLst>
              <a:ext uri="{FF2B5EF4-FFF2-40B4-BE49-F238E27FC236}">
                <a16:creationId xmlns:a16="http://schemas.microsoft.com/office/drawing/2014/main" id="{E071C3DA-C121-C418-5DAF-B45444964B63}"/>
              </a:ext>
            </a:extLst>
          </p:cNvPr>
          <p:cNvSpPr txBox="1"/>
          <p:nvPr/>
        </p:nvSpPr>
        <p:spPr>
          <a:xfrm>
            <a:off x="1573245" y="448228"/>
            <a:ext cx="3067052" cy="830997"/>
          </a:xfrm>
          <a:prstGeom prst="rect">
            <a:avLst/>
          </a:prstGeom>
          <a:noFill/>
        </p:spPr>
        <p:txBody>
          <a:bodyPr wrap="square" rtlCol="0">
            <a:spAutoFit/>
          </a:bodyPr>
          <a:lstStyle/>
          <a:p>
            <a:pPr algn="l"/>
            <a:r>
              <a:rPr lang="en-FR" sz="4800" dirty="0">
                <a:solidFill>
                  <a:schemeClr val="bg2"/>
                </a:solidFill>
                <a:latin typeface="+mj-lt"/>
              </a:rPr>
              <a:t>Orange</a:t>
            </a:r>
            <a:endParaRPr lang="en-FR" sz="1400" dirty="0">
              <a:solidFill>
                <a:schemeClr val="bg2"/>
              </a:solidFill>
              <a:latin typeface="+mj-lt"/>
            </a:endParaRPr>
          </a:p>
        </p:txBody>
      </p:sp>
      <p:cxnSp>
        <p:nvCxnSpPr>
          <p:cNvPr id="18" name="Straight Connector 17">
            <a:extLst>
              <a:ext uri="{FF2B5EF4-FFF2-40B4-BE49-F238E27FC236}">
                <a16:creationId xmlns:a16="http://schemas.microsoft.com/office/drawing/2014/main" id="{9B27B54E-5CC6-5E71-2059-666EC381A645}"/>
              </a:ext>
            </a:extLst>
          </p:cNvPr>
          <p:cNvCxnSpPr/>
          <p:nvPr/>
        </p:nvCxnSpPr>
        <p:spPr>
          <a:xfrm>
            <a:off x="1494536" y="412909"/>
            <a:ext cx="0" cy="1015663"/>
          </a:xfrm>
          <a:prstGeom prst="line">
            <a:avLst/>
          </a:prstGeom>
          <a:ln w="31750" cmpd="sng">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0D955A7D-BE6C-7664-83C1-F61AF3E268B4}"/>
              </a:ext>
            </a:extLst>
          </p:cNvPr>
          <p:cNvSpPr txBox="1"/>
          <p:nvPr/>
        </p:nvSpPr>
        <p:spPr>
          <a:xfrm>
            <a:off x="181287" y="2758881"/>
            <a:ext cx="9623502" cy="2031325"/>
          </a:xfrm>
          <a:prstGeom prst="rect">
            <a:avLst/>
          </a:prstGeom>
          <a:noFill/>
        </p:spPr>
        <p:txBody>
          <a:bodyPr wrap="square" rtlCol="0">
            <a:spAutoFit/>
          </a:bodyPr>
          <a:lstStyle/>
          <a:p>
            <a:pPr algn="just"/>
            <a:r>
              <a:rPr lang="en-GB" b="1" dirty="0">
                <a:effectLst/>
              </a:rPr>
              <a:t>Founded:</a:t>
            </a:r>
            <a:r>
              <a:rPr lang="en-GB" dirty="0">
                <a:effectLst/>
              </a:rPr>
              <a:t> January 1, 1988, originally as French Telecom S.A.</a:t>
            </a:r>
          </a:p>
          <a:p>
            <a:pPr algn="just"/>
            <a:r>
              <a:rPr lang="en-GB" b="1" dirty="0">
                <a:effectLst/>
              </a:rPr>
              <a:t>Industry:</a:t>
            </a:r>
            <a:r>
              <a:rPr lang="en-GB" dirty="0">
                <a:effectLst/>
              </a:rPr>
              <a:t> Telecommunications and Digital Services</a:t>
            </a:r>
          </a:p>
          <a:p>
            <a:pPr algn="just"/>
            <a:r>
              <a:rPr lang="en-GB" b="1" dirty="0">
                <a:effectLst/>
              </a:rPr>
              <a:t>Global Presence:</a:t>
            </a:r>
            <a:r>
              <a:rPr lang="en-GB" dirty="0">
                <a:effectLst/>
              </a:rPr>
              <a:t> Operates across Europe, Africa, and the Middle East</a:t>
            </a:r>
          </a:p>
          <a:p>
            <a:pPr algn="just"/>
            <a:r>
              <a:rPr lang="en-GB" b="1" dirty="0">
                <a:effectLst/>
              </a:rPr>
              <a:t>Core Business:</a:t>
            </a:r>
            <a:r>
              <a:rPr lang="en-GB" dirty="0">
                <a:effectLst/>
              </a:rPr>
              <a:t> Focus on excellence in telecom services (5G, Fiber, IoT)</a:t>
            </a:r>
          </a:p>
          <a:p>
            <a:pPr algn="just"/>
            <a:r>
              <a:rPr lang="en-GB" b="1" dirty="0"/>
              <a:t>Current Goal</a:t>
            </a:r>
            <a:r>
              <a:rPr lang="en-GB" dirty="0"/>
              <a:t>: “Lead the Future”</a:t>
            </a:r>
            <a:endParaRPr lang="en-GB" dirty="0">
              <a:effectLst/>
            </a:endParaRPr>
          </a:p>
          <a:p>
            <a:pPr algn="just"/>
            <a:endParaRPr lang="en-GB" dirty="0">
              <a:effectLst/>
              <a:latin typeface=".SF NS"/>
            </a:endParaRPr>
          </a:p>
          <a:p>
            <a:pPr algn="l"/>
            <a:endParaRPr lang="en-FR" sz="1800" dirty="0">
              <a:latin typeface="+mj-lt"/>
            </a:endParaRPr>
          </a:p>
        </p:txBody>
      </p:sp>
      <p:sp>
        <p:nvSpPr>
          <p:cNvPr id="3" name="TextBox 2">
            <a:extLst>
              <a:ext uri="{FF2B5EF4-FFF2-40B4-BE49-F238E27FC236}">
                <a16:creationId xmlns:a16="http://schemas.microsoft.com/office/drawing/2014/main" id="{1191A5DA-6072-3E54-6ACF-8143BCE16312}"/>
              </a:ext>
            </a:extLst>
          </p:cNvPr>
          <p:cNvSpPr txBox="1"/>
          <p:nvPr/>
        </p:nvSpPr>
        <p:spPr>
          <a:xfrm>
            <a:off x="8063964" y="3373198"/>
            <a:ext cx="2763674" cy="646331"/>
          </a:xfrm>
          <a:prstGeom prst="rect">
            <a:avLst/>
          </a:prstGeom>
          <a:noFill/>
        </p:spPr>
        <p:txBody>
          <a:bodyPr wrap="square" rtlCol="0">
            <a:spAutoFit/>
          </a:bodyPr>
          <a:lstStyle/>
          <a:p>
            <a:pPr algn="l"/>
            <a:endParaRPr lang="en-FR" sz="1800" dirty="0">
              <a:solidFill>
                <a:schemeClr val="bg2"/>
              </a:solidFill>
              <a:latin typeface="+mj-lt"/>
            </a:endParaRPr>
          </a:p>
          <a:p>
            <a:pPr algn="l"/>
            <a:r>
              <a:rPr lang="en-FR" sz="1800" dirty="0">
                <a:solidFill>
                  <a:schemeClr val="bg2"/>
                </a:solidFill>
                <a:latin typeface="+mj-lt"/>
              </a:rPr>
              <a:t>Orange Cyberdefense</a:t>
            </a:r>
          </a:p>
        </p:txBody>
      </p:sp>
      <p:sp>
        <p:nvSpPr>
          <p:cNvPr id="4" name="Freeform 3">
            <a:extLst>
              <a:ext uri="{FF2B5EF4-FFF2-40B4-BE49-F238E27FC236}">
                <a16:creationId xmlns:a16="http://schemas.microsoft.com/office/drawing/2014/main" id="{76E3A890-E95A-BD33-A6AC-075816D05C65}"/>
              </a:ext>
            </a:extLst>
          </p:cNvPr>
          <p:cNvSpPr/>
          <p:nvPr/>
        </p:nvSpPr>
        <p:spPr>
          <a:xfrm>
            <a:off x="1616927" y="3601844"/>
            <a:ext cx="1650380" cy="825190"/>
          </a:xfrm>
          <a:custGeom>
            <a:avLst/>
            <a:gdLst>
              <a:gd name="connsiteX0" fmla="*/ 1650380 w 1650380"/>
              <a:gd name="connsiteY0" fmla="*/ 0 h 825190"/>
              <a:gd name="connsiteX1" fmla="*/ 0 w 1650380"/>
              <a:gd name="connsiteY1" fmla="*/ 825190 h 825190"/>
            </a:gdLst>
            <a:ahLst/>
            <a:cxnLst>
              <a:cxn ang="0">
                <a:pos x="connsiteX0" y="connsiteY0"/>
              </a:cxn>
              <a:cxn ang="0">
                <a:pos x="connsiteX1" y="connsiteY1"/>
              </a:cxn>
            </a:cxnLst>
            <a:rect l="l" t="t" r="r" b="b"/>
            <a:pathLst>
              <a:path w="1650380" h="825190">
                <a:moveTo>
                  <a:pt x="1650380" y="0"/>
                </a:moveTo>
                <a:cubicBezTo>
                  <a:pt x="976660" y="343829"/>
                  <a:pt x="302941" y="687658"/>
                  <a:pt x="0" y="825190"/>
                </a:cubicBezTo>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5" name="Rounded Rectangle 4">
            <a:extLst>
              <a:ext uri="{FF2B5EF4-FFF2-40B4-BE49-F238E27FC236}">
                <a16:creationId xmlns:a16="http://schemas.microsoft.com/office/drawing/2014/main" id="{11F690F4-210D-8E80-6043-916B519FEF73}"/>
              </a:ext>
            </a:extLst>
          </p:cNvPr>
          <p:cNvSpPr/>
          <p:nvPr/>
        </p:nvSpPr>
        <p:spPr>
          <a:xfrm>
            <a:off x="9396129" y="1881621"/>
            <a:ext cx="2560686" cy="1088612"/>
          </a:xfrm>
          <a:prstGeom prst="round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6" name="Rounded Rectangle 5">
            <a:extLst>
              <a:ext uri="{FF2B5EF4-FFF2-40B4-BE49-F238E27FC236}">
                <a16:creationId xmlns:a16="http://schemas.microsoft.com/office/drawing/2014/main" id="{4813F908-198C-C059-CDE1-353C4020C76B}"/>
              </a:ext>
            </a:extLst>
          </p:cNvPr>
          <p:cNvSpPr/>
          <p:nvPr/>
        </p:nvSpPr>
        <p:spPr>
          <a:xfrm>
            <a:off x="8212809" y="4075248"/>
            <a:ext cx="2668972" cy="1088612"/>
          </a:xfrm>
          <a:prstGeom prst="round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7" name="TextBox 6">
            <a:extLst>
              <a:ext uri="{FF2B5EF4-FFF2-40B4-BE49-F238E27FC236}">
                <a16:creationId xmlns:a16="http://schemas.microsoft.com/office/drawing/2014/main" id="{D94D458D-3A8C-8CD4-BBD5-EA8801DABE1C}"/>
              </a:ext>
            </a:extLst>
          </p:cNvPr>
          <p:cNvSpPr txBox="1"/>
          <p:nvPr/>
        </p:nvSpPr>
        <p:spPr>
          <a:xfrm>
            <a:off x="9616977" y="1879223"/>
            <a:ext cx="2258355" cy="954107"/>
          </a:xfrm>
          <a:prstGeom prst="rect">
            <a:avLst/>
          </a:prstGeom>
          <a:noFill/>
        </p:spPr>
        <p:txBody>
          <a:bodyPr wrap="square" rtlCol="0">
            <a:spAutoFit/>
          </a:bodyPr>
          <a:lstStyle/>
          <a:p>
            <a:pPr algn="l"/>
            <a:endParaRPr lang="en-GB" sz="1400" dirty="0">
              <a:latin typeface="+mj-lt"/>
            </a:endParaRPr>
          </a:p>
          <a:p>
            <a:pPr algn="l"/>
            <a:r>
              <a:rPr lang="en-GB" sz="1400" dirty="0">
                <a:latin typeface="+mj-lt"/>
              </a:rPr>
              <a:t>Em</a:t>
            </a:r>
            <a:r>
              <a:rPr lang="en-FR" sz="1400" dirty="0">
                <a:latin typeface="+mj-lt"/>
              </a:rPr>
              <a:t>erging Technologies</a:t>
            </a:r>
          </a:p>
          <a:p>
            <a:pPr algn="l"/>
            <a:r>
              <a:rPr lang="en-FR" sz="1400" dirty="0">
                <a:latin typeface="+mj-lt"/>
              </a:rPr>
              <a:t>Innovation Ecosystem</a:t>
            </a:r>
          </a:p>
          <a:p>
            <a:pPr algn="l"/>
            <a:r>
              <a:rPr lang="en-FR" sz="1400" dirty="0">
                <a:latin typeface="+mj-lt"/>
              </a:rPr>
              <a:t>Product Development</a:t>
            </a:r>
          </a:p>
        </p:txBody>
      </p:sp>
      <p:sp>
        <p:nvSpPr>
          <p:cNvPr id="8" name="TextBox 7">
            <a:extLst>
              <a:ext uri="{FF2B5EF4-FFF2-40B4-BE49-F238E27FC236}">
                <a16:creationId xmlns:a16="http://schemas.microsoft.com/office/drawing/2014/main" id="{546358C2-1E21-B0B2-EF2D-A9C61DFAF06D}"/>
              </a:ext>
            </a:extLst>
          </p:cNvPr>
          <p:cNvSpPr txBox="1"/>
          <p:nvPr/>
        </p:nvSpPr>
        <p:spPr>
          <a:xfrm>
            <a:off x="8266953" y="4174703"/>
            <a:ext cx="2560685" cy="738664"/>
          </a:xfrm>
          <a:prstGeom prst="rect">
            <a:avLst/>
          </a:prstGeom>
          <a:noFill/>
        </p:spPr>
        <p:txBody>
          <a:bodyPr wrap="square" rtlCol="0">
            <a:spAutoFit/>
          </a:bodyPr>
          <a:lstStyle/>
          <a:p>
            <a:pPr algn="l"/>
            <a:r>
              <a:rPr lang="en-FR" sz="1400" dirty="0">
                <a:latin typeface="+mj-lt"/>
              </a:rPr>
              <a:t>Managed Security Services</a:t>
            </a:r>
          </a:p>
          <a:p>
            <a:pPr algn="l"/>
            <a:r>
              <a:rPr lang="en-GB" sz="1400" dirty="0">
                <a:latin typeface="+mj-lt"/>
              </a:rPr>
              <a:t>H</a:t>
            </a:r>
            <a:r>
              <a:rPr lang="en-FR" sz="1400" dirty="0">
                <a:latin typeface="+mj-lt"/>
              </a:rPr>
              <a:t>reat Intelligence</a:t>
            </a:r>
          </a:p>
          <a:p>
            <a:pPr algn="l"/>
            <a:r>
              <a:rPr lang="en-GB" sz="1400" dirty="0">
                <a:latin typeface="+mj-lt"/>
              </a:rPr>
              <a:t>Se</a:t>
            </a:r>
            <a:r>
              <a:rPr lang="en-FR" sz="1400" dirty="0">
                <a:latin typeface="+mj-lt"/>
              </a:rPr>
              <a:t>curity Consulting </a:t>
            </a:r>
          </a:p>
        </p:txBody>
      </p:sp>
      <p:sp>
        <p:nvSpPr>
          <p:cNvPr id="9" name="TextBox 8">
            <a:extLst>
              <a:ext uri="{FF2B5EF4-FFF2-40B4-BE49-F238E27FC236}">
                <a16:creationId xmlns:a16="http://schemas.microsoft.com/office/drawing/2014/main" id="{02CA99AF-9DFF-284B-0D91-7DFFAF4F6DF4}"/>
              </a:ext>
            </a:extLst>
          </p:cNvPr>
          <p:cNvSpPr txBox="1"/>
          <p:nvPr/>
        </p:nvSpPr>
        <p:spPr>
          <a:xfrm>
            <a:off x="8942266" y="888384"/>
            <a:ext cx="3110344" cy="646331"/>
          </a:xfrm>
          <a:prstGeom prst="rect">
            <a:avLst/>
          </a:prstGeom>
          <a:noFill/>
        </p:spPr>
        <p:txBody>
          <a:bodyPr wrap="square" rtlCol="0">
            <a:spAutoFit/>
          </a:bodyPr>
          <a:lstStyle/>
          <a:p>
            <a:endParaRPr lang="en-FR" sz="1800" dirty="0">
              <a:solidFill>
                <a:schemeClr val="bg2"/>
              </a:solidFill>
              <a:latin typeface="+mj-lt"/>
            </a:endParaRPr>
          </a:p>
          <a:p>
            <a:pPr algn="l"/>
            <a:endParaRPr lang="en-FR" sz="1800" dirty="0">
              <a:latin typeface="+mj-lt"/>
            </a:endParaRPr>
          </a:p>
        </p:txBody>
      </p:sp>
      <p:sp>
        <p:nvSpPr>
          <p:cNvPr id="17" name="TextBox 16">
            <a:extLst>
              <a:ext uri="{FF2B5EF4-FFF2-40B4-BE49-F238E27FC236}">
                <a16:creationId xmlns:a16="http://schemas.microsoft.com/office/drawing/2014/main" id="{8ADE5496-1BB9-890F-2EAF-951EF58D33EC}"/>
              </a:ext>
            </a:extLst>
          </p:cNvPr>
          <p:cNvSpPr txBox="1"/>
          <p:nvPr/>
        </p:nvSpPr>
        <p:spPr>
          <a:xfrm>
            <a:off x="9547295" y="1463891"/>
            <a:ext cx="2560686" cy="369332"/>
          </a:xfrm>
          <a:prstGeom prst="rect">
            <a:avLst/>
          </a:prstGeom>
          <a:noFill/>
        </p:spPr>
        <p:txBody>
          <a:bodyPr wrap="square" rtlCol="0">
            <a:spAutoFit/>
          </a:bodyPr>
          <a:lstStyle/>
          <a:p>
            <a:pPr algn="l"/>
            <a:r>
              <a:rPr lang="en-FR" sz="1800" dirty="0">
                <a:solidFill>
                  <a:schemeClr val="bg2"/>
                </a:solidFill>
                <a:latin typeface="+mj-lt"/>
              </a:rPr>
              <a:t>Orange Innovation</a:t>
            </a:r>
            <a:endParaRPr lang="en-FR" sz="1800" dirty="0">
              <a:latin typeface="+mj-lt"/>
            </a:endParaRPr>
          </a:p>
        </p:txBody>
      </p:sp>
      <p:cxnSp>
        <p:nvCxnSpPr>
          <p:cNvPr id="44" name="Curved Connector 43">
            <a:extLst>
              <a:ext uri="{FF2B5EF4-FFF2-40B4-BE49-F238E27FC236}">
                <a16:creationId xmlns:a16="http://schemas.microsoft.com/office/drawing/2014/main" id="{0B0F65FD-70CE-7723-DDDB-C9FE947F9C92}"/>
              </a:ext>
            </a:extLst>
          </p:cNvPr>
          <p:cNvCxnSpPr>
            <a:cxnSpLocks/>
          </p:cNvCxnSpPr>
          <p:nvPr/>
        </p:nvCxnSpPr>
        <p:spPr>
          <a:xfrm rot="5400000">
            <a:off x="10656432" y="3194439"/>
            <a:ext cx="1023535" cy="767443"/>
          </a:xfrm>
          <a:prstGeom prst="curvedConnector3">
            <a:avLst>
              <a:gd name="adj1" fmla="val 78290"/>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66F62E3C-0793-ECC7-5069-B7F3C3986B89}"/>
              </a:ext>
            </a:extLst>
          </p:cNvPr>
          <p:cNvSpPr txBox="1"/>
          <p:nvPr/>
        </p:nvSpPr>
        <p:spPr>
          <a:xfrm>
            <a:off x="10081598" y="697301"/>
            <a:ext cx="2026383" cy="584775"/>
          </a:xfrm>
          <a:prstGeom prst="rect">
            <a:avLst/>
          </a:prstGeom>
          <a:noFill/>
        </p:spPr>
        <p:txBody>
          <a:bodyPr wrap="square" rtlCol="0">
            <a:spAutoFit/>
          </a:bodyPr>
          <a:lstStyle/>
          <a:p>
            <a:pPr algn="l"/>
            <a:r>
              <a:rPr lang="en-FR" sz="3200" dirty="0">
                <a:latin typeface="+mj-lt"/>
              </a:rPr>
              <a:t>Units</a:t>
            </a:r>
            <a:endParaRPr lang="en-FR" sz="1800" dirty="0">
              <a:latin typeface="+mj-lt"/>
            </a:endParaRPr>
          </a:p>
        </p:txBody>
      </p:sp>
      <p:sp>
        <p:nvSpPr>
          <p:cNvPr id="53" name="TextBox 52">
            <a:extLst>
              <a:ext uri="{FF2B5EF4-FFF2-40B4-BE49-F238E27FC236}">
                <a16:creationId xmlns:a16="http://schemas.microsoft.com/office/drawing/2014/main" id="{66779169-B8F5-5CB4-02E0-BDE08F80C60F}"/>
              </a:ext>
            </a:extLst>
          </p:cNvPr>
          <p:cNvSpPr txBox="1"/>
          <p:nvPr/>
        </p:nvSpPr>
        <p:spPr>
          <a:xfrm>
            <a:off x="10062282" y="697301"/>
            <a:ext cx="2026383" cy="584775"/>
          </a:xfrm>
          <a:prstGeom prst="rect">
            <a:avLst/>
          </a:prstGeom>
          <a:noFill/>
        </p:spPr>
        <p:txBody>
          <a:bodyPr wrap="square" rtlCol="0">
            <a:spAutoFit/>
          </a:bodyPr>
          <a:lstStyle/>
          <a:p>
            <a:pPr algn="l"/>
            <a:r>
              <a:rPr lang="en-FR" sz="3200" dirty="0">
                <a:solidFill>
                  <a:schemeClr val="bg2"/>
                </a:solidFill>
                <a:latin typeface="+mj-lt"/>
              </a:rPr>
              <a:t>Units</a:t>
            </a:r>
            <a:endParaRPr lang="en-FR" sz="1800" dirty="0">
              <a:solidFill>
                <a:schemeClr val="bg2"/>
              </a:solidFill>
              <a:latin typeface="+mj-lt"/>
            </a:endParaRPr>
          </a:p>
        </p:txBody>
      </p:sp>
      <p:cxnSp>
        <p:nvCxnSpPr>
          <p:cNvPr id="55" name="Curved Connector 54">
            <a:extLst>
              <a:ext uri="{FF2B5EF4-FFF2-40B4-BE49-F238E27FC236}">
                <a16:creationId xmlns:a16="http://schemas.microsoft.com/office/drawing/2014/main" id="{73CFBBE5-4C38-2BD6-4E54-A512A1D249CC}"/>
              </a:ext>
            </a:extLst>
          </p:cNvPr>
          <p:cNvCxnSpPr>
            <a:cxnSpLocks/>
            <a:stCxn id="53" idx="1"/>
            <a:endCxn id="17" idx="1"/>
          </p:cNvCxnSpPr>
          <p:nvPr/>
        </p:nvCxnSpPr>
        <p:spPr>
          <a:xfrm rot="10800000" flipV="1">
            <a:off x="9547296" y="989689"/>
            <a:ext cx="514987" cy="658868"/>
          </a:xfrm>
          <a:prstGeom prst="curvedConnector3">
            <a:avLst>
              <a:gd name="adj1" fmla="val 144389"/>
            </a:avLst>
          </a:prstGeom>
          <a:ln w="25400">
            <a:solidFill>
              <a:schemeClr val="tx2">
                <a:alpha val="99000"/>
              </a:schemeClr>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5B3A05EF-98DC-A250-9CF5-DA07AC56534E}"/>
              </a:ext>
            </a:extLst>
          </p:cNvPr>
          <p:cNvPicPr/>
          <p:nvPr/>
        </p:nvPicPr>
        <p:blipFill>
          <a:blip r:embed="rId3"/>
          <a:stretch>
            <a:fillRect/>
          </a:stretch>
        </p:blipFill>
        <p:spPr>
          <a:xfrm>
            <a:off x="775097" y="4661407"/>
            <a:ext cx="4150995" cy="1608455"/>
          </a:xfrm>
          <a:prstGeom prst="rect">
            <a:avLst/>
          </a:prstGeom>
        </p:spPr>
      </p:pic>
    </p:spTree>
    <p:extLst>
      <p:ext uri="{BB962C8B-B14F-4D97-AF65-F5344CB8AC3E}">
        <p14:creationId xmlns:p14="http://schemas.microsoft.com/office/powerpoint/2010/main" val="3927111480"/>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0B5A0817-5A5E-411F-DCAA-28E7639CC01E}"/>
              </a:ext>
            </a:extLst>
          </p:cNvPr>
          <p:cNvSpPr/>
          <p:nvPr/>
        </p:nvSpPr>
        <p:spPr>
          <a:xfrm>
            <a:off x="362427" y="171450"/>
            <a:ext cx="185737" cy="18573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5" name="Oval 4">
            <a:extLst>
              <a:ext uri="{FF2B5EF4-FFF2-40B4-BE49-F238E27FC236}">
                <a16:creationId xmlns:a16="http://schemas.microsoft.com/office/drawing/2014/main" id="{48B6A130-B838-E6AE-E41C-C7703BB155C3}"/>
              </a:ext>
            </a:extLst>
          </p:cNvPr>
          <p:cNvSpPr/>
          <p:nvPr/>
        </p:nvSpPr>
        <p:spPr>
          <a:xfrm>
            <a:off x="633415" y="167165"/>
            <a:ext cx="185737" cy="185738"/>
          </a:xfrm>
          <a:prstGeom prst="ellips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6" name="Oval 5">
            <a:extLst>
              <a:ext uri="{FF2B5EF4-FFF2-40B4-BE49-F238E27FC236}">
                <a16:creationId xmlns:a16="http://schemas.microsoft.com/office/drawing/2014/main" id="{165A40D3-41B6-9FCF-1C7B-BF044289D7A3}"/>
              </a:ext>
            </a:extLst>
          </p:cNvPr>
          <p:cNvSpPr/>
          <p:nvPr/>
        </p:nvSpPr>
        <p:spPr>
          <a:xfrm>
            <a:off x="944412" y="167165"/>
            <a:ext cx="185737" cy="185738"/>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7" name="TextBox 6">
            <a:extLst>
              <a:ext uri="{FF2B5EF4-FFF2-40B4-BE49-F238E27FC236}">
                <a16:creationId xmlns:a16="http://schemas.microsoft.com/office/drawing/2014/main" id="{2AE56BAA-E43E-FAFE-EE0C-47E36DEE3E4F}"/>
              </a:ext>
            </a:extLst>
          </p:cNvPr>
          <p:cNvSpPr txBox="1"/>
          <p:nvPr/>
        </p:nvSpPr>
        <p:spPr>
          <a:xfrm>
            <a:off x="508642" y="375292"/>
            <a:ext cx="1057275" cy="1015663"/>
          </a:xfrm>
          <a:prstGeom prst="rect">
            <a:avLst/>
          </a:prstGeom>
          <a:noFill/>
        </p:spPr>
        <p:txBody>
          <a:bodyPr wrap="square" rtlCol="0">
            <a:spAutoFit/>
          </a:bodyPr>
          <a:lstStyle/>
          <a:p>
            <a:pPr algn="l"/>
            <a:r>
              <a:rPr lang="en-FR" sz="6000" dirty="0">
                <a:latin typeface="+mj-lt"/>
              </a:rPr>
              <a:t>02</a:t>
            </a:r>
            <a:endParaRPr lang="en-FR" sz="1800" dirty="0">
              <a:latin typeface="+mj-lt"/>
            </a:endParaRPr>
          </a:p>
        </p:txBody>
      </p:sp>
      <p:sp>
        <p:nvSpPr>
          <p:cNvPr id="8" name="TextBox 7">
            <a:extLst>
              <a:ext uri="{FF2B5EF4-FFF2-40B4-BE49-F238E27FC236}">
                <a16:creationId xmlns:a16="http://schemas.microsoft.com/office/drawing/2014/main" id="{BB436E69-90D6-75D1-DAFB-E182767C4110}"/>
              </a:ext>
            </a:extLst>
          </p:cNvPr>
          <p:cNvSpPr txBox="1"/>
          <p:nvPr/>
        </p:nvSpPr>
        <p:spPr>
          <a:xfrm>
            <a:off x="454520" y="375292"/>
            <a:ext cx="1071563" cy="1015663"/>
          </a:xfrm>
          <a:prstGeom prst="rect">
            <a:avLst/>
          </a:prstGeom>
          <a:noFill/>
        </p:spPr>
        <p:txBody>
          <a:bodyPr wrap="square" rtlCol="0">
            <a:spAutoFit/>
          </a:bodyPr>
          <a:lstStyle/>
          <a:p>
            <a:pPr algn="l"/>
            <a:r>
              <a:rPr lang="en-FR" sz="6000" dirty="0">
                <a:solidFill>
                  <a:schemeClr val="bg2"/>
                </a:solidFill>
                <a:latin typeface="+mj-lt"/>
              </a:rPr>
              <a:t>02</a:t>
            </a:r>
            <a:endParaRPr lang="en-FR" sz="1800" dirty="0">
              <a:solidFill>
                <a:schemeClr val="bg2"/>
              </a:solidFill>
              <a:latin typeface="+mj-lt"/>
            </a:endParaRPr>
          </a:p>
        </p:txBody>
      </p:sp>
      <p:cxnSp>
        <p:nvCxnSpPr>
          <p:cNvPr id="9" name="Straight Connector 8">
            <a:extLst>
              <a:ext uri="{FF2B5EF4-FFF2-40B4-BE49-F238E27FC236}">
                <a16:creationId xmlns:a16="http://schemas.microsoft.com/office/drawing/2014/main" id="{961A8A63-F834-40E1-0973-097368423B50}"/>
              </a:ext>
            </a:extLst>
          </p:cNvPr>
          <p:cNvCxnSpPr/>
          <p:nvPr/>
        </p:nvCxnSpPr>
        <p:spPr>
          <a:xfrm>
            <a:off x="1618534" y="375292"/>
            <a:ext cx="0" cy="1015663"/>
          </a:xfrm>
          <a:prstGeom prst="line">
            <a:avLst/>
          </a:prstGeom>
          <a:ln w="31750" cmpd="sng">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434E081-3640-D301-485A-D1FB36D8CF8A}"/>
              </a:ext>
            </a:extLst>
          </p:cNvPr>
          <p:cNvSpPr txBox="1"/>
          <p:nvPr/>
        </p:nvSpPr>
        <p:spPr>
          <a:xfrm>
            <a:off x="1834871" y="297857"/>
            <a:ext cx="5573076" cy="769441"/>
          </a:xfrm>
          <a:prstGeom prst="rect">
            <a:avLst/>
          </a:prstGeom>
          <a:noFill/>
        </p:spPr>
        <p:txBody>
          <a:bodyPr wrap="square" rtlCol="0">
            <a:spAutoFit/>
          </a:bodyPr>
          <a:lstStyle/>
          <a:p>
            <a:pPr algn="l"/>
            <a:r>
              <a:rPr lang="en-FR" sz="4400" dirty="0">
                <a:solidFill>
                  <a:schemeClr val="bg2"/>
                </a:solidFill>
                <a:latin typeface="+mj-lt"/>
              </a:rPr>
              <a:t>eBPF &amp; BPF</a:t>
            </a:r>
            <a:endParaRPr lang="en-FR" sz="1600" dirty="0">
              <a:solidFill>
                <a:schemeClr val="bg2"/>
              </a:solidFill>
              <a:latin typeface="+mj-lt"/>
            </a:endParaRPr>
          </a:p>
        </p:txBody>
      </p:sp>
      <p:sp>
        <p:nvSpPr>
          <p:cNvPr id="3" name="Rounded Rectangle 2">
            <a:extLst>
              <a:ext uri="{FF2B5EF4-FFF2-40B4-BE49-F238E27FC236}">
                <a16:creationId xmlns:a16="http://schemas.microsoft.com/office/drawing/2014/main" id="{A938044F-3497-5E62-54AB-BBEA9A4A8659}"/>
              </a:ext>
            </a:extLst>
          </p:cNvPr>
          <p:cNvSpPr/>
          <p:nvPr/>
        </p:nvSpPr>
        <p:spPr>
          <a:xfrm>
            <a:off x="362427" y="1716750"/>
            <a:ext cx="11372368" cy="1720362"/>
          </a:xfrm>
          <a:prstGeom prst="round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11" name="TextBox 10">
            <a:extLst>
              <a:ext uri="{FF2B5EF4-FFF2-40B4-BE49-F238E27FC236}">
                <a16:creationId xmlns:a16="http://schemas.microsoft.com/office/drawing/2014/main" id="{F15523C2-DD5E-6AB9-7C29-2573AB170EA4}"/>
              </a:ext>
            </a:extLst>
          </p:cNvPr>
          <p:cNvSpPr txBox="1"/>
          <p:nvPr/>
        </p:nvSpPr>
        <p:spPr>
          <a:xfrm>
            <a:off x="561972" y="1882051"/>
            <a:ext cx="10973276" cy="1323439"/>
          </a:xfrm>
          <a:prstGeom prst="rect">
            <a:avLst/>
          </a:prstGeom>
          <a:noFill/>
        </p:spPr>
        <p:txBody>
          <a:bodyPr wrap="square" rtlCol="0">
            <a:spAutoFit/>
          </a:bodyPr>
          <a:lstStyle/>
          <a:p>
            <a:pPr algn="just"/>
            <a:r>
              <a:rPr lang="en-GB" sz="2000" b="0" i="0" u="none" strike="noStrike" dirty="0">
                <a:effectLst/>
              </a:rPr>
              <a:t>“eBPF is a revolutionary technology with origins in the Linux kernel that can run sandboxed programs in a privileged context such as the operating system kernel. It is used to safely and efficiently extend the capabilities of the kernel without requiring to change kernel source code or load kernel modules.”</a:t>
            </a:r>
            <a:endParaRPr lang="en-FR" sz="2000" dirty="0"/>
          </a:p>
        </p:txBody>
      </p:sp>
      <p:pic>
        <p:nvPicPr>
          <p:cNvPr id="1026" name="Picture 2" descr="Brand Guidelines – eBPF">
            <a:extLst>
              <a:ext uri="{FF2B5EF4-FFF2-40B4-BE49-F238E27FC236}">
                <a16:creationId xmlns:a16="http://schemas.microsoft.com/office/drawing/2014/main" id="{3CF96489-14C4-DD1B-A5B4-CB2E0BBC5B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6732594">
            <a:off x="10341587" y="2804217"/>
            <a:ext cx="894348" cy="918807"/>
          </a:xfrm>
          <a:prstGeom prst="rect">
            <a:avLst/>
          </a:prstGeom>
          <a:noFill/>
          <a:effectLst>
            <a:glow>
              <a:schemeClr val="tx1">
                <a:lumMod val="85000"/>
              </a:schemeClr>
            </a:glow>
            <a:softEdge rad="13508"/>
          </a:effectLst>
          <a:extLst>
            <a:ext uri="{909E8E84-426E-40DD-AFC4-6F175D3DCCD1}">
              <a14:hiddenFill xmlns:a14="http://schemas.microsoft.com/office/drawing/2010/main">
                <a:solidFill>
                  <a:srgbClr val="FFFFFF"/>
                </a:solidFill>
              </a14:hiddenFill>
            </a:ext>
          </a:extLst>
        </p:spPr>
      </p:pic>
      <p:sp>
        <p:nvSpPr>
          <p:cNvPr id="14" name="Rounded Rectangle 13">
            <a:extLst>
              <a:ext uri="{FF2B5EF4-FFF2-40B4-BE49-F238E27FC236}">
                <a16:creationId xmlns:a16="http://schemas.microsoft.com/office/drawing/2014/main" id="{B4267D27-6FCB-19D6-7E24-4FD6EF9099A3}"/>
              </a:ext>
            </a:extLst>
          </p:cNvPr>
          <p:cNvSpPr/>
          <p:nvPr/>
        </p:nvSpPr>
        <p:spPr>
          <a:xfrm>
            <a:off x="362427" y="3902493"/>
            <a:ext cx="11372368" cy="1720362"/>
          </a:xfrm>
          <a:prstGeom prst="round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15" name="TextBox 14">
            <a:extLst>
              <a:ext uri="{FF2B5EF4-FFF2-40B4-BE49-F238E27FC236}">
                <a16:creationId xmlns:a16="http://schemas.microsoft.com/office/drawing/2014/main" id="{C459AFFC-52E6-3A54-A85D-CA9EEA3DD846}"/>
              </a:ext>
            </a:extLst>
          </p:cNvPr>
          <p:cNvSpPr txBox="1"/>
          <p:nvPr/>
        </p:nvSpPr>
        <p:spPr>
          <a:xfrm>
            <a:off x="604598" y="4101640"/>
            <a:ext cx="10888025" cy="1600438"/>
          </a:xfrm>
          <a:prstGeom prst="rect">
            <a:avLst/>
          </a:prstGeom>
          <a:noFill/>
        </p:spPr>
        <p:txBody>
          <a:bodyPr wrap="square" rtlCol="0">
            <a:spAutoFit/>
          </a:bodyPr>
          <a:lstStyle/>
          <a:p>
            <a:pPr algn="just"/>
            <a:r>
              <a:rPr lang="en-GB" sz="1800" dirty="0"/>
              <a:t>“BPF</a:t>
            </a:r>
            <a:r>
              <a:rPr lang="en-GB" sz="2000" dirty="0"/>
              <a:t> programs are primarily used for packet inspection, offering significant performance enhancements. Those programs are used for packet inspection, offering significant performance enhancements. It manages packet copying from kernel to user space, using an interpreter and JIT compiler.”</a:t>
            </a:r>
          </a:p>
          <a:p>
            <a:pPr algn="l"/>
            <a:endParaRPr lang="en-FR" sz="1800" dirty="0">
              <a:latin typeface="+mj-lt"/>
            </a:endParaRPr>
          </a:p>
        </p:txBody>
      </p:sp>
      <p:pic>
        <p:nvPicPr>
          <p:cNvPr id="12" name="Picture 11" descr="A black and yellow bee with blue wings&#10;&#10;Description automatically generated">
            <a:extLst>
              <a:ext uri="{FF2B5EF4-FFF2-40B4-BE49-F238E27FC236}">
                <a16:creationId xmlns:a16="http://schemas.microsoft.com/office/drawing/2014/main" id="{6F218970-D030-4F54-36EE-673AEC9A9A77}"/>
              </a:ext>
            </a:extLst>
          </p:cNvPr>
          <p:cNvPicPr>
            <a:picLocks noChangeAspect="1"/>
          </p:cNvPicPr>
          <p:nvPr/>
        </p:nvPicPr>
        <p:blipFill>
          <a:blip r:embed="rId3"/>
          <a:stretch>
            <a:fillRect/>
          </a:stretch>
        </p:blipFill>
        <p:spPr>
          <a:xfrm>
            <a:off x="595086" y="5702078"/>
            <a:ext cx="635000" cy="635000"/>
          </a:xfrm>
          <a:prstGeom prst="rect">
            <a:avLst/>
          </a:prstGeom>
        </p:spPr>
      </p:pic>
    </p:spTree>
    <p:extLst>
      <p:ext uri="{BB962C8B-B14F-4D97-AF65-F5344CB8AC3E}">
        <p14:creationId xmlns:p14="http://schemas.microsoft.com/office/powerpoint/2010/main" val="159331202"/>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16AE7-190E-A329-9096-3CB302557B6E}"/>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2C8C4CF9-22D9-2B10-A2DA-14664E0EFAE9}"/>
              </a:ext>
            </a:extLst>
          </p:cNvPr>
          <p:cNvSpPr/>
          <p:nvPr/>
        </p:nvSpPr>
        <p:spPr>
          <a:xfrm>
            <a:off x="362427" y="171450"/>
            <a:ext cx="185737" cy="18573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5" name="Oval 4">
            <a:extLst>
              <a:ext uri="{FF2B5EF4-FFF2-40B4-BE49-F238E27FC236}">
                <a16:creationId xmlns:a16="http://schemas.microsoft.com/office/drawing/2014/main" id="{E1AC2B83-255D-C62E-D741-04454E762CC2}"/>
              </a:ext>
            </a:extLst>
          </p:cNvPr>
          <p:cNvSpPr/>
          <p:nvPr/>
        </p:nvSpPr>
        <p:spPr>
          <a:xfrm>
            <a:off x="633415" y="167165"/>
            <a:ext cx="185737" cy="185738"/>
          </a:xfrm>
          <a:prstGeom prst="ellips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6" name="Oval 5">
            <a:extLst>
              <a:ext uri="{FF2B5EF4-FFF2-40B4-BE49-F238E27FC236}">
                <a16:creationId xmlns:a16="http://schemas.microsoft.com/office/drawing/2014/main" id="{A0FE97A8-3716-C936-53E2-069DB6A5F1B2}"/>
              </a:ext>
            </a:extLst>
          </p:cNvPr>
          <p:cNvSpPr/>
          <p:nvPr/>
        </p:nvSpPr>
        <p:spPr>
          <a:xfrm>
            <a:off x="944412" y="167165"/>
            <a:ext cx="185737" cy="185738"/>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7" name="TextBox 6">
            <a:extLst>
              <a:ext uri="{FF2B5EF4-FFF2-40B4-BE49-F238E27FC236}">
                <a16:creationId xmlns:a16="http://schemas.microsoft.com/office/drawing/2014/main" id="{1F40B4B4-E9AD-AA23-9EAF-F50A6A293D6D}"/>
              </a:ext>
            </a:extLst>
          </p:cNvPr>
          <p:cNvSpPr txBox="1"/>
          <p:nvPr/>
        </p:nvSpPr>
        <p:spPr>
          <a:xfrm>
            <a:off x="508642" y="375292"/>
            <a:ext cx="1057275" cy="1015663"/>
          </a:xfrm>
          <a:prstGeom prst="rect">
            <a:avLst/>
          </a:prstGeom>
          <a:noFill/>
        </p:spPr>
        <p:txBody>
          <a:bodyPr wrap="square" rtlCol="0">
            <a:spAutoFit/>
          </a:bodyPr>
          <a:lstStyle/>
          <a:p>
            <a:pPr algn="l"/>
            <a:r>
              <a:rPr lang="en-FR" sz="6000" dirty="0">
                <a:latin typeface="+mj-lt"/>
              </a:rPr>
              <a:t>03</a:t>
            </a:r>
            <a:endParaRPr lang="en-FR" sz="1800" dirty="0">
              <a:latin typeface="+mj-lt"/>
            </a:endParaRPr>
          </a:p>
        </p:txBody>
      </p:sp>
      <p:sp>
        <p:nvSpPr>
          <p:cNvPr id="8" name="TextBox 7">
            <a:extLst>
              <a:ext uri="{FF2B5EF4-FFF2-40B4-BE49-F238E27FC236}">
                <a16:creationId xmlns:a16="http://schemas.microsoft.com/office/drawing/2014/main" id="{7DB19913-5EBA-D778-7DE4-D1F96DDDF979}"/>
              </a:ext>
            </a:extLst>
          </p:cNvPr>
          <p:cNvSpPr txBox="1"/>
          <p:nvPr/>
        </p:nvSpPr>
        <p:spPr>
          <a:xfrm>
            <a:off x="454520" y="359926"/>
            <a:ext cx="1071563" cy="1015663"/>
          </a:xfrm>
          <a:prstGeom prst="rect">
            <a:avLst/>
          </a:prstGeom>
          <a:noFill/>
        </p:spPr>
        <p:txBody>
          <a:bodyPr wrap="square" rtlCol="0">
            <a:spAutoFit/>
          </a:bodyPr>
          <a:lstStyle/>
          <a:p>
            <a:pPr algn="l"/>
            <a:r>
              <a:rPr lang="en-FR" sz="6000" dirty="0">
                <a:solidFill>
                  <a:schemeClr val="bg2"/>
                </a:solidFill>
                <a:latin typeface="+mj-lt"/>
              </a:rPr>
              <a:t>03</a:t>
            </a:r>
            <a:endParaRPr lang="en-FR" sz="1800" dirty="0">
              <a:solidFill>
                <a:schemeClr val="bg2"/>
              </a:solidFill>
              <a:latin typeface="+mj-lt"/>
            </a:endParaRPr>
          </a:p>
        </p:txBody>
      </p:sp>
      <p:cxnSp>
        <p:nvCxnSpPr>
          <p:cNvPr id="9" name="Straight Connector 8">
            <a:extLst>
              <a:ext uri="{FF2B5EF4-FFF2-40B4-BE49-F238E27FC236}">
                <a16:creationId xmlns:a16="http://schemas.microsoft.com/office/drawing/2014/main" id="{5A4E0370-F7F6-A2AC-36C5-920C20B2977A}"/>
              </a:ext>
            </a:extLst>
          </p:cNvPr>
          <p:cNvCxnSpPr/>
          <p:nvPr/>
        </p:nvCxnSpPr>
        <p:spPr>
          <a:xfrm>
            <a:off x="1618534" y="375292"/>
            <a:ext cx="0" cy="1015663"/>
          </a:xfrm>
          <a:prstGeom prst="line">
            <a:avLst/>
          </a:prstGeom>
          <a:ln w="31750" cmpd="sng">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646AE64-69C3-F79D-6DA6-B64ACF8D9B0F}"/>
              </a:ext>
            </a:extLst>
          </p:cNvPr>
          <p:cNvSpPr txBox="1"/>
          <p:nvPr/>
        </p:nvSpPr>
        <p:spPr>
          <a:xfrm>
            <a:off x="1808314" y="375292"/>
            <a:ext cx="10383686" cy="769441"/>
          </a:xfrm>
          <a:prstGeom prst="rect">
            <a:avLst/>
          </a:prstGeom>
          <a:noFill/>
        </p:spPr>
        <p:txBody>
          <a:bodyPr wrap="square" rtlCol="0">
            <a:spAutoFit/>
          </a:bodyPr>
          <a:lstStyle/>
          <a:p>
            <a:pPr algn="l"/>
            <a:r>
              <a:rPr lang="en-FR" sz="4400" dirty="0">
                <a:solidFill>
                  <a:schemeClr val="bg2"/>
                </a:solidFill>
                <a:latin typeface="+mj-lt"/>
              </a:rPr>
              <a:t>eBPF – Internship objective</a:t>
            </a:r>
            <a:endParaRPr lang="en-FR" sz="1200" dirty="0">
              <a:solidFill>
                <a:schemeClr val="bg2"/>
              </a:solidFill>
              <a:latin typeface="+mj-lt"/>
            </a:endParaRPr>
          </a:p>
        </p:txBody>
      </p:sp>
      <p:sp>
        <p:nvSpPr>
          <p:cNvPr id="12" name="Rounded Rectangle 11">
            <a:extLst>
              <a:ext uri="{FF2B5EF4-FFF2-40B4-BE49-F238E27FC236}">
                <a16:creationId xmlns:a16="http://schemas.microsoft.com/office/drawing/2014/main" id="{1D1B3806-D2C1-9A38-F3A3-11D000FEF914}"/>
              </a:ext>
            </a:extLst>
          </p:cNvPr>
          <p:cNvSpPr/>
          <p:nvPr/>
        </p:nvSpPr>
        <p:spPr>
          <a:xfrm>
            <a:off x="362427" y="2032898"/>
            <a:ext cx="2115302" cy="855407"/>
          </a:xfrm>
          <a:prstGeom prst="roundRect">
            <a:avLst/>
          </a:prstGeom>
          <a:solidFill>
            <a:schemeClr val="accent1">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13" name="TextBox 12">
            <a:extLst>
              <a:ext uri="{FF2B5EF4-FFF2-40B4-BE49-F238E27FC236}">
                <a16:creationId xmlns:a16="http://schemas.microsoft.com/office/drawing/2014/main" id="{5D0CE5BD-CD4C-E72E-2981-55DD06171DE6}"/>
              </a:ext>
            </a:extLst>
          </p:cNvPr>
          <p:cNvSpPr txBox="1"/>
          <p:nvPr/>
        </p:nvSpPr>
        <p:spPr>
          <a:xfrm>
            <a:off x="362427" y="2127241"/>
            <a:ext cx="2578892" cy="584775"/>
          </a:xfrm>
          <a:prstGeom prst="rect">
            <a:avLst/>
          </a:prstGeom>
          <a:noFill/>
        </p:spPr>
        <p:txBody>
          <a:bodyPr wrap="square" rtlCol="0">
            <a:spAutoFit/>
          </a:bodyPr>
          <a:lstStyle/>
          <a:p>
            <a:r>
              <a:rPr lang="en-FR" sz="1600" dirty="0"/>
              <a:t>Collecting Inforamtion</a:t>
            </a:r>
          </a:p>
          <a:p>
            <a:r>
              <a:rPr lang="en-GB" sz="1600" dirty="0"/>
              <a:t>A</a:t>
            </a:r>
            <a:r>
              <a:rPr lang="en-FR" sz="1600" dirty="0"/>
              <a:t>bout eBPF</a:t>
            </a:r>
          </a:p>
        </p:txBody>
      </p:sp>
      <p:sp>
        <p:nvSpPr>
          <p:cNvPr id="16" name="Rounded Rectangle 15">
            <a:extLst>
              <a:ext uri="{FF2B5EF4-FFF2-40B4-BE49-F238E27FC236}">
                <a16:creationId xmlns:a16="http://schemas.microsoft.com/office/drawing/2014/main" id="{778A0751-3EF3-9E72-C3BE-CFD280386B76}"/>
              </a:ext>
            </a:extLst>
          </p:cNvPr>
          <p:cNvSpPr/>
          <p:nvPr/>
        </p:nvSpPr>
        <p:spPr>
          <a:xfrm>
            <a:off x="3141405" y="1324445"/>
            <a:ext cx="1946787" cy="73487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000000"/>
                </a:solidFill>
              </a:rPr>
              <a:t>T</a:t>
            </a:r>
            <a:r>
              <a:rPr lang="en-FR" sz="1600" dirty="0">
                <a:solidFill>
                  <a:srgbClr val="000000"/>
                </a:solidFill>
              </a:rPr>
              <a:t>echnical Research papers</a:t>
            </a:r>
          </a:p>
        </p:txBody>
      </p:sp>
      <p:sp>
        <p:nvSpPr>
          <p:cNvPr id="17" name="Rounded Rectangle 16">
            <a:extLst>
              <a:ext uri="{FF2B5EF4-FFF2-40B4-BE49-F238E27FC236}">
                <a16:creationId xmlns:a16="http://schemas.microsoft.com/office/drawing/2014/main" id="{750AB051-B310-C1E3-6869-77344A69C004}"/>
              </a:ext>
            </a:extLst>
          </p:cNvPr>
          <p:cNvSpPr/>
          <p:nvPr/>
        </p:nvSpPr>
        <p:spPr>
          <a:xfrm>
            <a:off x="3154079" y="2383819"/>
            <a:ext cx="1902542" cy="73741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sz="1600" dirty="0">
                <a:solidFill>
                  <a:srgbClr val="000000"/>
                </a:solidFill>
              </a:rPr>
              <a:t>Articles &amp; Blogs</a:t>
            </a:r>
          </a:p>
        </p:txBody>
      </p:sp>
      <p:cxnSp>
        <p:nvCxnSpPr>
          <p:cNvPr id="19" name="Curved Connector 18">
            <a:extLst>
              <a:ext uri="{FF2B5EF4-FFF2-40B4-BE49-F238E27FC236}">
                <a16:creationId xmlns:a16="http://schemas.microsoft.com/office/drawing/2014/main" id="{E92B17EF-C05E-15B4-CA32-BD2B17C592FF}"/>
              </a:ext>
            </a:extLst>
          </p:cNvPr>
          <p:cNvCxnSpPr>
            <a:cxnSpLocks/>
          </p:cNvCxnSpPr>
          <p:nvPr/>
        </p:nvCxnSpPr>
        <p:spPr>
          <a:xfrm flipV="1">
            <a:off x="2499851" y="1869442"/>
            <a:ext cx="641554" cy="427820"/>
          </a:xfrm>
          <a:prstGeom prst="curvedConnector3">
            <a:avLst/>
          </a:prstGeom>
          <a:ln w="254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urved Connector 20">
            <a:extLst>
              <a:ext uri="{FF2B5EF4-FFF2-40B4-BE49-F238E27FC236}">
                <a16:creationId xmlns:a16="http://schemas.microsoft.com/office/drawing/2014/main" id="{E4B0AAF3-5B87-8EEB-C724-B134104B35BD}"/>
              </a:ext>
            </a:extLst>
          </p:cNvPr>
          <p:cNvCxnSpPr>
            <a:cxnSpLocks/>
          </p:cNvCxnSpPr>
          <p:nvPr/>
        </p:nvCxnSpPr>
        <p:spPr>
          <a:xfrm>
            <a:off x="2477729" y="2414439"/>
            <a:ext cx="641554" cy="427820"/>
          </a:xfrm>
          <a:prstGeom prst="curvedConnector3">
            <a:avLst>
              <a:gd name="adj1" fmla="val 50000"/>
            </a:avLst>
          </a:prstGeom>
          <a:ln w="254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1634F6F-8D14-5310-51EE-FDBC24707F1A}"/>
              </a:ext>
            </a:extLst>
          </p:cNvPr>
          <p:cNvCxnSpPr/>
          <p:nvPr/>
        </p:nvCxnSpPr>
        <p:spPr>
          <a:xfrm>
            <a:off x="6294120" y="1331158"/>
            <a:ext cx="0" cy="491724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6" name="Rounded Rectangle 25">
            <a:extLst>
              <a:ext uri="{FF2B5EF4-FFF2-40B4-BE49-F238E27FC236}">
                <a16:creationId xmlns:a16="http://schemas.microsoft.com/office/drawing/2014/main" id="{5B2B4B1C-B33C-982E-0FCD-1890142C6C0A}"/>
              </a:ext>
            </a:extLst>
          </p:cNvPr>
          <p:cNvSpPr/>
          <p:nvPr/>
        </p:nvSpPr>
        <p:spPr>
          <a:xfrm>
            <a:off x="454520" y="4709160"/>
            <a:ext cx="1648599" cy="855407"/>
          </a:xfrm>
          <a:prstGeom prst="roundRect">
            <a:avLst/>
          </a:prstGeom>
          <a:solidFill>
            <a:schemeClr val="accent1">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sz="1600" dirty="0">
                <a:solidFill>
                  <a:schemeClr val="tx1"/>
                </a:solidFill>
              </a:rPr>
              <a:t>Mobile OS</a:t>
            </a:r>
          </a:p>
        </p:txBody>
      </p:sp>
      <p:sp>
        <p:nvSpPr>
          <p:cNvPr id="27" name="Rounded Rectangle 26">
            <a:extLst>
              <a:ext uri="{FF2B5EF4-FFF2-40B4-BE49-F238E27FC236}">
                <a16:creationId xmlns:a16="http://schemas.microsoft.com/office/drawing/2014/main" id="{69F62E68-177E-6D71-1791-402C217D7095}"/>
              </a:ext>
            </a:extLst>
          </p:cNvPr>
          <p:cNvSpPr/>
          <p:nvPr/>
        </p:nvSpPr>
        <p:spPr>
          <a:xfrm>
            <a:off x="3154079" y="4434840"/>
            <a:ext cx="2210401" cy="146304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sz="1600" dirty="0">
                <a:solidFill>
                  <a:srgbClr val="000000"/>
                </a:solidFill>
              </a:rPr>
              <a:t>Finding eBPF compatible mobile Environment</a:t>
            </a:r>
          </a:p>
        </p:txBody>
      </p:sp>
      <p:cxnSp>
        <p:nvCxnSpPr>
          <p:cNvPr id="29" name="Curved Connector 28">
            <a:extLst>
              <a:ext uri="{FF2B5EF4-FFF2-40B4-BE49-F238E27FC236}">
                <a16:creationId xmlns:a16="http://schemas.microsoft.com/office/drawing/2014/main" id="{FF480B0C-876C-F0C2-C962-E16C8FAD52E8}"/>
              </a:ext>
            </a:extLst>
          </p:cNvPr>
          <p:cNvCxnSpPr>
            <a:cxnSpLocks/>
          </p:cNvCxnSpPr>
          <p:nvPr/>
        </p:nvCxnSpPr>
        <p:spPr>
          <a:xfrm flipV="1">
            <a:off x="2137915" y="4998720"/>
            <a:ext cx="981368" cy="275303"/>
          </a:xfrm>
          <a:prstGeom prst="curvedConnector3">
            <a:avLst/>
          </a:prstGeom>
          <a:ln w="254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00D8F5A-F105-8F6B-1136-11FC7D5C9855}"/>
              </a:ext>
            </a:extLst>
          </p:cNvPr>
          <p:cNvCxnSpPr/>
          <p:nvPr/>
        </p:nvCxnSpPr>
        <p:spPr>
          <a:xfrm>
            <a:off x="228600" y="3611880"/>
            <a:ext cx="116586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3" name="Rounded Rectangle 32">
            <a:extLst>
              <a:ext uri="{FF2B5EF4-FFF2-40B4-BE49-F238E27FC236}">
                <a16:creationId xmlns:a16="http://schemas.microsoft.com/office/drawing/2014/main" id="{38C143F0-D69A-B7A1-795F-53639063EFF5}"/>
              </a:ext>
            </a:extLst>
          </p:cNvPr>
          <p:cNvSpPr/>
          <p:nvPr/>
        </p:nvSpPr>
        <p:spPr>
          <a:xfrm>
            <a:off x="6494206" y="1913919"/>
            <a:ext cx="1648599" cy="855407"/>
          </a:xfrm>
          <a:prstGeom prst="roundRect">
            <a:avLst/>
          </a:prstGeom>
          <a:solidFill>
            <a:schemeClr val="accent1">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sz="1600" dirty="0">
                <a:solidFill>
                  <a:schemeClr val="tx1"/>
                </a:solidFill>
              </a:rPr>
              <a:t>eBPF</a:t>
            </a:r>
          </a:p>
        </p:txBody>
      </p:sp>
      <p:sp>
        <p:nvSpPr>
          <p:cNvPr id="34" name="Rounded Rectangle 33">
            <a:extLst>
              <a:ext uri="{FF2B5EF4-FFF2-40B4-BE49-F238E27FC236}">
                <a16:creationId xmlns:a16="http://schemas.microsoft.com/office/drawing/2014/main" id="{DF43D70E-02EB-4378-945F-538B17683021}"/>
              </a:ext>
            </a:extLst>
          </p:cNvPr>
          <p:cNvSpPr/>
          <p:nvPr/>
        </p:nvSpPr>
        <p:spPr>
          <a:xfrm>
            <a:off x="9179286" y="1372560"/>
            <a:ext cx="2210401" cy="146304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sz="1600" dirty="0">
                <a:solidFill>
                  <a:srgbClr val="000000"/>
                </a:solidFill>
              </a:rPr>
              <a:t>Mitigation of Mobile Security Related vulnerabilites</a:t>
            </a:r>
          </a:p>
        </p:txBody>
      </p:sp>
      <p:cxnSp>
        <p:nvCxnSpPr>
          <p:cNvPr id="35" name="Curved Connector 34">
            <a:extLst>
              <a:ext uri="{FF2B5EF4-FFF2-40B4-BE49-F238E27FC236}">
                <a16:creationId xmlns:a16="http://schemas.microsoft.com/office/drawing/2014/main" id="{721679FF-89BA-81B9-E2C5-0A177BC577C7}"/>
              </a:ext>
            </a:extLst>
          </p:cNvPr>
          <p:cNvCxnSpPr>
            <a:cxnSpLocks/>
          </p:cNvCxnSpPr>
          <p:nvPr/>
        </p:nvCxnSpPr>
        <p:spPr>
          <a:xfrm flipV="1">
            <a:off x="8142805" y="2083352"/>
            <a:ext cx="981368" cy="275303"/>
          </a:xfrm>
          <a:prstGeom prst="curvedConnector3">
            <a:avLst/>
          </a:prstGeom>
          <a:ln w="2540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6" name="Rounded Rectangle 35">
            <a:extLst>
              <a:ext uri="{FF2B5EF4-FFF2-40B4-BE49-F238E27FC236}">
                <a16:creationId xmlns:a16="http://schemas.microsoft.com/office/drawing/2014/main" id="{5F60B623-2B02-1753-1D19-03E4CAF71E60}"/>
              </a:ext>
            </a:extLst>
          </p:cNvPr>
          <p:cNvSpPr/>
          <p:nvPr/>
        </p:nvSpPr>
        <p:spPr>
          <a:xfrm>
            <a:off x="6520040" y="4571016"/>
            <a:ext cx="1648599" cy="855407"/>
          </a:xfrm>
          <a:prstGeom prst="roundRect">
            <a:avLst/>
          </a:prstGeom>
          <a:solidFill>
            <a:schemeClr val="accent1">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sz="1600" dirty="0">
                <a:solidFill>
                  <a:schemeClr val="tx1"/>
                </a:solidFill>
              </a:rPr>
              <a:t>BPFroid</a:t>
            </a:r>
          </a:p>
        </p:txBody>
      </p:sp>
      <p:sp>
        <p:nvSpPr>
          <p:cNvPr id="37" name="Rounded Rectangle 36">
            <a:extLst>
              <a:ext uri="{FF2B5EF4-FFF2-40B4-BE49-F238E27FC236}">
                <a16:creationId xmlns:a16="http://schemas.microsoft.com/office/drawing/2014/main" id="{DA76FF85-8FA9-486F-D6CA-ECF33B9ED07F}"/>
              </a:ext>
            </a:extLst>
          </p:cNvPr>
          <p:cNvSpPr/>
          <p:nvPr/>
        </p:nvSpPr>
        <p:spPr>
          <a:xfrm>
            <a:off x="9119747" y="4133586"/>
            <a:ext cx="2210401" cy="146304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sz="1600" dirty="0">
                <a:solidFill>
                  <a:srgbClr val="000000"/>
                </a:solidFill>
              </a:rPr>
              <a:t>Replicating eBPF based security framework to understand its capabilites</a:t>
            </a:r>
          </a:p>
        </p:txBody>
      </p:sp>
      <p:cxnSp>
        <p:nvCxnSpPr>
          <p:cNvPr id="39" name="Curved Connector 38">
            <a:extLst>
              <a:ext uri="{FF2B5EF4-FFF2-40B4-BE49-F238E27FC236}">
                <a16:creationId xmlns:a16="http://schemas.microsoft.com/office/drawing/2014/main" id="{B6A41EB6-1E41-00E6-7F80-73D1D4666A2C}"/>
              </a:ext>
            </a:extLst>
          </p:cNvPr>
          <p:cNvCxnSpPr/>
          <p:nvPr/>
        </p:nvCxnSpPr>
        <p:spPr>
          <a:xfrm flipV="1">
            <a:off x="8168639" y="4571016"/>
            <a:ext cx="951108" cy="294090"/>
          </a:xfrm>
          <a:prstGeom prst="curvedConnector3">
            <a:avLst/>
          </a:prstGeom>
          <a:ln w="25400">
            <a:solidFill>
              <a:schemeClr val="tx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8170999"/>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C9542013-AFB8-AFA9-874E-D6953D7FBD48}"/>
              </a:ext>
            </a:extLst>
          </p:cNvPr>
          <p:cNvSpPr/>
          <p:nvPr/>
        </p:nvSpPr>
        <p:spPr>
          <a:xfrm>
            <a:off x="335281" y="242888"/>
            <a:ext cx="185737" cy="18573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5" name="Oval 4">
            <a:extLst>
              <a:ext uri="{FF2B5EF4-FFF2-40B4-BE49-F238E27FC236}">
                <a16:creationId xmlns:a16="http://schemas.microsoft.com/office/drawing/2014/main" id="{DAFD102F-D54F-843E-F8C1-56B898EDD149}"/>
              </a:ext>
            </a:extLst>
          </p:cNvPr>
          <p:cNvSpPr/>
          <p:nvPr/>
        </p:nvSpPr>
        <p:spPr>
          <a:xfrm>
            <a:off x="650080" y="242888"/>
            <a:ext cx="185737" cy="185738"/>
          </a:xfrm>
          <a:prstGeom prst="ellips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6" name="Oval 5">
            <a:extLst>
              <a:ext uri="{FF2B5EF4-FFF2-40B4-BE49-F238E27FC236}">
                <a16:creationId xmlns:a16="http://schemas.microsoft.com/office/drawing/2014/main" id="{094D6C62-71C0-8605-C174-A91D3C5EAA89}"/>
              </a:ext>
            </a:extLst>
          </p:cNvPr>
          <p:cNvSpPr/>
          <p:nvPr/>
        </p:nvSpPr>
        <p:spPr>
          <a:xfrm>
            <a:off x="964879" y="229554"/>
            <a:ext cx="185737" cy="185738"/>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9" name="TextBox 8">
            <a:extLst>
              <a:ext uri="{FF2B5EF4-FFF2-40B4-BE49-F238E27FC236}">
                <a16:creationId xmlns:a16="http://schemas.microsoft.com/office/drawing/2014/main" id="{6F323311-1B5C-6F6F-F7FD-62F458D83F2B}"/>
              </a:ext>
            </a:extLst>
          </p:cNvPr>
          <p:cNvSpPr txBox="1"/>
          <p:nvPr/>
        </p:nvSpPr>
        <p:spPr>
          <a:xfrm>
            <a:off x="471959" y="491526"/>
            <a:ext cx="1171575" cy="1015663"/>
          </a:xfrm>
          <a:prstGeom prst="rect">
            <a:avLst/>
          </a:prstGeom>
          <a:noFill/>
        </p:spPr>
        <p:txBody>
          <a:bodyPr wrap="square" rtlCol="0">
            <a:spAutoFit/>
          </a:bodyPr>
          <a:lstStyle/>
          <a:p>
            <a:pPr algn="l"/>
            <a:r>
              <a:rPr lang="en-FR" sz="6000" dirty="0">
                <a:latin typeface="+mj-lt"/>
              </a:rPr>
              <a:t>04</a:t>
            </a:r>
          </a:p>
        </p:txBody>
      </p:sp>
      <p:sp>
        <p:nvSpPr>
          <p:cNvPr id="10" name="TextBox 9">
            <a:extLst>
              <a:ext uri="{FF2B5EF4-FFF2-40B4-BE49-F238E27FC236}">
                <a16:creationId xmlns:a16="http://schemas.microsoft.com/office/drawing/2014/main" id="{6E2F3980-CE34-1274-E7D8-1A0EB24ACDA5}"/>
              </a:ext>
            </a:extLst>
          </p:cNvPr>
          <p:cNvSpPr txBox="1"/>
          <p:nvPr/>
        </p:nvSpPr>
        <p:spPr>
          <a:xfrm>
            <a:off x="415461" y="491525"/>
            <a:ext cx="1171563" cy="1015663"/>
          </a:xfrm>
          <a:prstGeom prst="rect">
            <a:avLst/>
          </a:prstGeom>
          <a:noFill/>
        </p:spPr>
        <p:txBody>
          <a:bodyPr wrap="square" rtlCol="0">
            <a:spAutoFit/>
          </a:bodyPr>
          <a:lstStyle/>
          <a:p>
            <a:pPr algn="l"/>
            <a:r>
              <a:rPr lang="en-FR" sz="6000" dirty="0">
                <a:solidFill>
                  <a:schemeClr val="bg2"/>
                </a:solidFill>
                <a:latin typeface="+mj-lt"/>
              </a:rPr>
              <a:t>04</a:t>
            </a:r>
          </a:p>
        </p:txBody>
      </p:sp>
      <p:cxnSp>
        <p:nvCxnSpPr>
          <p:cNvPr id="11" name="Straight Connector 10">
            <a:extLst>
              <a:ext uri="{FF2B5EF4-FFF2-40B4-BE49-F238E27FC236}">
                <a16:creationId xmlns:a16="http://schemas.microsoft.com/office/drawing/2014/main" id="{5CC8C5EE-2FDC-8C79-7B6D-CFF681F07306}"/>
              </a:ext>
            </a:extLst>
          </p:cNvPr>
          <p:cNvCxnSpPr>
            <a:cxnSpLocks/>
          </p:cNvCxnSpPr>
          <p:nvPr/>
        </p:nvCxnSpPr>
        <p:spPr>
          <a:xfrm>
            <a:off x="1587024" y="248111"/>
            <a:ext cx="0" cy="1130514"/>
          </a:xfrm>
          <a:prstGeom prst="line">
            <a:avLst/>
          </a:prstGeom>
          <a:ln w="31750" cmpd="sng">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2D485E2-86CA-CC3A-92FB-677934276203}"/>
              </a:ext>
            </a:extLst>
          </p:cNvPr>
          <p:cNvSpPr txBox="1"/>
          <p:nvPr/>
        </p:nvSpPr>
        <p:spPr>
          <a:xfrm>
            <a:off x="1490625" y="159233"/>
            <a:ext cx="7843835" cy="646331"/>
          </a:xfrm>
          <a:prstGeom prst="rect">
            <a:avLst/>
          </a:prstGeom>
          <a:noFill/>
        </p:spPr>
        <p:txBody>
          <a:bodyPr wrap="square" rtlCol="0">
            <a:spAutoFit/>
          </a:bodyPr>
          <a:lstStyle/>
          <a:p>
            <a:pPr algn="l"/>
            <a:r>
              <a:rPr lang="en-FR" sz="3600" dirty="0">
                <a:latin typeface="+mj-lt"/>
              </a:rPr>
              <a:t> </a:t>
            </a:r>
            <a:r>
              <a:rPr lang="en-FR" sz="2400" dirty="0">
                <a:solidFill>
                  <a:schemeClr val="bg2"/>
                </a:solidFill>
                <a:latin typeface="+mj-lt"/>
              </a:rPr>
              <a:t>Deliverable 1</a:t>
            </a:r>
            <a:endParaRPr lang="en-FR" sz="6000" dirty="0">
              <a:solidFill>
                <a:schemeClr val="bg2"/>
              </a:solidFill>
              <a:latin typeface="+mj-lt"/>
            </a:endParaRPr>
          </a:p>
        </p:txBody>
      </p:sp>
      <p:pic>
        <p:nvPicPr>
          <p:cNvPr id="12" name="Picture 11" descr="A black apple logo with black text&#10;&#10;Description automatically generated">
            <a:extLst>
              <a:ext uri="{FF2B5EF4-FFF2-40B4-BE49-F238E27FC236}">
                <a16:creationId xmlns:a16="http://schemas.microsoft.com/office/drawing/2014/main" id="{3D0D2574-2A6B-0BBA-0116-27247207270F}"/>
              </a:ext>
            </a:extLst>
          </p:cNvPr>
          <p:cNvPicPr>
            <a:picLocks noChangeAspect="1"/>
          </p:cNvPicPr>
          <p:nvPr/>
        </p:nvPicPr>
        <p:blipFill>
          <a:blip r:embed="rId3"/>
          <a:stretch>
            <a:fillRect/>
          </a:stretch>
        </p:blipFill>
        <p:spPr>
          <a:xfrm>
            <a:off x="7412059" y="1378625"/>
            <a:ext cx="1203972" cy="979978"/>
          </a:xfrm>
          <a:prstGeom prst="rect">
            <a:avLst/>
          </a:prstGeom>
        </p:spPr>
      </p:pic>
      <p:pic>
        <p:nvPicPr>
          <p:cNvPr id="4100" name="Picture 4">
            <a:extLst>
              <a:ext uri="{FF2B5EF4-FFF2-40B4-BE49-F238E27FC236}">
                <a16:creationId xmlns:a16="http://schemas.microsoft.com/office/drawing/2014/main" id="{33933EA8-73C6-C0B0-D692-C1C94FA6F2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0041" y="2665766"/>
            <a:ext cx="938852" cy="1264471"/>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Sailfish OS - Wikipedia">
            <a:extLst>
              <a:ext uri="{FF2B5EF4-FFF2-40B4-BE49-F238E27FC236}">
                <a16:creationId xmlns:a16="http://schemas.microsoft.com/office/drawing/2014/main" id="{18D33C11-38AB-7201-021B-BB1B09284CF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53236" y="2399045"/>
            <a:ext cx="1355962" cy="1015663"/>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descr="Mengenal HarmonyOS, Sistem Operasi Baru Besutan Huawei">
            <a:extLst>
              <a:ext uri="{FF2B5EF4-FFF2-40B4-BE49-F238E27FC236}">
                <a16:creationId xmlns:a16="http://schemas.microsoft.com/office/drawing/2014/main" id="{8F6A37AF-3643-C3AD-E0E2-13E4DD0B088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38115" y="5009119"/>
            <a:ext cx="1792691" cy="1002086"/>
          </a:xfrm>
          <a:prstGeom prst="rect">
            <a:avLst/>
          </a:prstGeom>
          <a:noFill/>
          <a:extLst>
            <a:ext uri="{909E8E84-426E-40DD-AFC4-6F175D3DCCD1}">
              <a14:hiddenFill xmlns:a14="http://schemas.microsoft.com/office/drawing/2010/main">
                <a:solidFill>
                  <a:srgbClr val="FFFFFF"/>
                </a:solidFill>
              </a14:hiddenFill>
            </a:ext>
          </a:extLst>
        </p:spPr>
      </p:pic>
      <p:pic>
        <p:nvPicPr>
          <p:cNvPr id="4110" name="Picture 14" descr="postmarketOS is a Touch-Optimized Linux Distro for Portable Devices">
            <a:extLst>
              <a:ext uri="{FF2B5EF4-FFF2-40B4-BE49-F238E27FC236}">
                <a16:creationId xmlns:a16="http://schemas.microsoft.com/office/drawing/2014/main" id="{04D07B12-9676-2F24-2962-70960A45577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16274" y="2391262"/>
            <a:ext cx="1748784" cy="1165856"/>
          </a:xfrm>
          <a:prstGeom prst="rect">
            <a:avLst/>
          </a:prstGeom>
          <a:noFill/>
          <a:extLst>
            <a:ext uri="{909E8E84-426E-40DD-AFC4-6F175D3DCCD1}">
              <a14:hiddenFill xmlns:a14="http://schemas.microsoft.com/office/drawing/2010/main">
                <a:solidFill>
                  <a:srgbClr val="FFFFFF"/>
                </a:solidFill>
              </a14:hiddenFill>
            </a:ext>
          </a:extLst>
        </p:spPr>
      </p:pic>
      <p:pic>
        <p:nvPicPr>
          <p:cNvPr id="4112" name="Picture 16">
            <a:extLst>
              <a:ext uri="{FF2B5EF4-FFF2-40B4-BE49-F238E27FC236}">
                <a16:creationId xmlns:a16="http://schemas.microsoft.com/office/drawing/2014/main" id="{F992D360-ECD4-B6F8-E2F2-48129ECFF06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335793" y="3497562"/>
            <a:ext cx="2203504" cy="594946"/>
          </a:xfrm>
          <a:prstGeom prst="rect">
            <a:avLst/>
          </a:prstGeom>
          <a:noFill/>
          <a:extLst>
            <a:ext uri="{909E8E84-426E-40DD-AFC4-6F175D3DCCD1}">
              <a14:hiddenFill xmlns:a14="http://schemas.microsoft.com/office/drawing/2010/main">
                <a:solidFill>
                  <a:srgbClr val="FFFFFF"/>
                </a:solidFill>
              </a14:hiddenFill>
            </a:ext>
          </a:extLst>
        </p:spPr>
      </p:pic>
      <p:pic>
        <p:nvPicPr>
          <p:cNvPr id="4114" name="Picture 18" descr="PureOS 10 Linux fully auditable secure OS for your daily usage 64bit CD DVD  USB | eBay">
            <a:extLst>
              <a:ext uri="{FF2B5EF4-FFF2-40B4-BE49-F238E27FC236}">
                <a16:creationId xmlns:a16="http://schemas.microsoft.com/office/drawing/2014/main" id="{F60D2FB0-B8A4-67A0-EA78-4F2E528D25F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302276" y="4887095"/>
            <a:ext cx="842793" cy="842793"/>
          </a:xfrm>
          <a:prstGeom prst="rect">
            <a:avLst/>
          </a:prstGeom>
          <a:noFill/>
          <a:extLst>
            <a:ext uri="{909E8E84-426E-40DD-AFC4-6F175D3DCCD1}">
              <a14:hiddenFill xmlns:a14="http://schemas.microsoft.com/office/drawing/2010/main">
                <a:solidFill>
                  <a:srgbClr val="FFFFFF"/>
                </a:solidFill>
              </a14:hiddenFill>
            </a:ext>
          </a:extLst>
        </p:spPr>
      </p:pic>
      <p:pic>
        <p:nvPicPr>
          <p:cNvPr id="4116" name="Picture 20" descr="Exploring Tizen: An Introduction to the Open-Source Operating System for  Smart Devices">
            <a:extLst>
              <a:ext uri="{FF2B5EF4-FFF2-40B4-BE49-F238E27FC236}">
                <a16:creationId xmlns:a16="http://schemas.microsoft.com/office/drawing/2014/main" id="{DACC0A0D-B449-2E96-1821-945DEDFE8D8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36704" y="3622436"/>
            <a:ext cx="2299089" cy="894555"/>
          </a:xfrm>
          <a:prstGeom prst="rect">
            <a:avLst/>
          </a:prstGeom>
          <a:noFill/>
          <a:extLst>
            <a:ext uri="{909E8E84-426E-40DD-AFC4-6F175D3DCCD1}">
              <a14:hiddenFill xmlns:a14="http://schemas.microsoft.com/office/drawing/2010/main">
                <a:solidFill>
                  <a:srgbClr val="FFFFFF"/>
                </a:solidFill>
              </a14:hiddenFill>
            </a:ext>
          </a:extLst>
        </p:spPr>
      </p:pic>
      <p:pic>
        <p:nvPicPr>
          <p:cNvPr id="4118" name="Picture 22" descr="Ubuntu Touch | Comparison tables - SocialCompare">
            <a:extLst>
              <a:ext uri="{FF2B5EF4-FFF2-40B4-BE49-F238E27FC236}">
                <a16:creationId xmlns:a16="http://schemas.microsoft.com/office/drawing/2014/main" id="{04439C34-69BE-0125-EBAA-22ABF2C1ABF6}"/>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735435" y="1472957"/>
            <a:ext cx="1817187" cy="848466"/>
          </a:xfrm>
          <a:prstGeom prst="rect">
            <a:avLst/>
          </a:prstGeom>
          <a:noFill/>
          <a:extLst>
            <a:ext uri="{909E8E84-426E-40DD-AFC4-6F175D3DCCD1}">
              <a14:hiddenFill xmlns:a14="http://schemas.microsoft.com/office/drawing/2010/main">
                <a:solidFill>
                  <a:srgbClr val="FFFFFF"/>
                </a:solidFill>
              </a14:hiddenFill>
            </a:ext>
          </a:extLst>
        </p:spPr>
      </p:pic>
      <p:pic>
        <p:nvPicPr>
          <p:cNvPr id="4120" name="Picture 24">
            <a:extLst>
              <a:ext uri="{FF2B5EF4-FFF2-40B4-BE49-F238E27FC236}">
                <a16:creationId xmlns:a16="http://schemas.microsoft.com/office/drawing/2014/main" id="{A6A22C69-1164-B42F-6DA2-B260A83B2F5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422100" y="4235452"/>
            <a:ext cx="2203504" cy="787867"/>
          </a:xfrm>
          <a:prstGeom prst="rect">
            <a:avLst/>
          </a:prstGeom>
          <a:noFill/>
          <a:extLst>
            <a:ext uri="{909E8E84-426E-40DD-AFC4-6F175D3DCCD1}">
              <a14:hiddenFill xmlns:a14="http://schemas.microsoft.com/office/drawing/2010/main">
                <a:solidFill>
                  <a:srgbClr val="FFFFFF"/>
                </a:solidFill>
              </a14:hiddenFill>
            </a:ext>
          </a:extLst>
        </p:spPr>
      </p:pic>
      <p:pic>
        <p:nvPicPr>
          <p:cNvPr id="4122" name="Picture 26" descr="Intro to eBPF | ChrisShort.net">
            <a:extLst>
              <a:ext uri="{FF2B5EF4-FFF2-40B4-BE49-F238E27FC236}">
                <a16:creationId xmlns:a16="http://schemas.microsoft.com/office/drawing/2014/main" id="{F0370AB5-745B-4031-81E7-C9FD489155D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23486" y="3069733"/>
            <a:ext cx="3457507" cy="1204026"/>
          </a:xfrm>
          <a:prstGeom prst="rect">
            <a:avLst/>
          </a:prstGeom>
          <a:noFill/>
          <a:effectLst>
            <a:glow rad="127000">
              <a:schemeClr val="accent1">
                <a:alpha val="80295"/>
              </a:schemeClr>
            </a:glow>
          </a:effectLst>
          <a:extLst>
            <a:ext uri="{909E8E84-426E-40DD-AFC4-6F175D3DCCD1}">
              <a14:hiddenFill xmlns:a14="http://schemas.microsoft.com/office/drawing/2010/main">
                <a:solidFill>
                  <a:srgbClr val="FFFFFF"/>
                </a:solidFill>
              </a14:hiddenFill>
            </a:ext>
          </a:extLst>
        </p:spPr>
      </p:pic>
      <p:sp>
        <p:nvSpPr>
          <p:cNvPr id="14" name="Oval 13">
            <a:extLst>
              <a:ext uri="{FF2B5EF4-FFF2-40B4-BE49-F238E27FC236}">
                <a16:creationId xmlns:a16="http://schemas.microsoft.com/office/drawing/2014/main" id="{B6DB0FB1-B29B-521C-334E-83D6D2829204}"/>
              </a:ext>
            </a:extLst>
          </p:cNvPr>
          <p:cNvSpPr/>
          <p:nvPr/>
        </p:nvSpPr>
        <p:spPr>
          <a:xfrm>
            <a:off x="5594872" y="1042069"/>
            <a:ext cx="6281126" cy="5181749"/>
          </a:xfrm>
          <a:prstGeom prst="ellipse">
            <a:avLst/>
          </a:prstGeom>
          <a:noFill/>
          <a:ln w="34925">
            <a:gradFill flip="none" rotWithShape="1">
              <a:gsLst>
                <a:gs pos="0">
                  <a:schemeClr val="accent1">
                    <a:lumMod val="5000"/>
                    <a:lumOff val="95000"/>
                  </a:schemeClr>
                </a:gs>
                <a:gs pos="51000">
                  <a:schemeClr val="accent1">
                    <a:lumMod val="45000"/>
                    <a:lumOff val="55000"/>
                  </a:schemeClr>
                </a:gs>
                <a:gs pos="83000">
                  <a:schemeClr val="accent1">
                    <a:lumMod val="45000"/>
                    <a:lumOff val="55000"/>
                  </a:schemeClr>
                </a:gs>
                <a:gs pos="100000">
                  <a:schemeClr val="accent1">
                    <a:lumMod val="30000"/>
                    <a:lumOff val="70000"/>
                  </a:schemeClr>
                </a:gs>
              </a:gsLst>
              <a:lin ang="81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16" name="Right Arrow 15">
            <a:extLst>
              <a:ext uri="{FF2B5EF4-FFF2-40B4-BE49-F238E27FC236}">
                <a16:creationId xmlns:a16="http://schemas.microsoft.com/office/drawing/2014/main" id="{E47499EC-59F9-3582-1E48-00FEE9672FFF}"/>
              </a:ext>
            </a:extLst>
          </p:cNvPr>
          <p:cNvSpPr/>
          <p:nvPr/>
        </p:nvSpPr>
        <p:spPr>
          <a:xfrm>
            <a:off x="4260317" y="3662917"/>
            <a:ext cx="1087281" cy="65318"/>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17" name="TextBox 16">
            <a:extLst>
              <a:ext uri="{FF2B5EF4-FFF2-40B4-BE49-F238E27FC236}">
                <a16:creationId xmlns:a16="http://schemas.microsoft.com/office/drawing/2014/main" id="{4F0D39F7-9765-149F-E81E-50DE1912E901}"/>
              </a:ext>
            </a:extLst>
          </p:cNvPr>
          <p:cNvSpPr txBox="1"/>
          <p:nvPr/>
        </p:nvSpPr>
        <p:spPr>
          <a:xfrm>
            <a:off x="1537966" y="653163"/>
            <a:ext cx="7426979" cy="523220"/>
          </a:xfrm>
          <a:prstGeom prst="rect">
            <a:avLst/>
          </a:prstGeom>
          <a:noFill/>
        </p:spPr>
        <p:txBody>
          <a:bodyPr wrap="square" rtlCol="0">
            <a:spAutoFit/>
          </a:bodyPr>
          <a:lstStyle/>
          <a:p>
            <a:pPr algn="l"/>
            <a:r>
              <a:rPr lang="en-FR" sz="2800" dirty="0">
                <a:latin typeface="+mj-lt"/>
              </a:rPr>
              <a:t>eBPF Compatible Mobile Environment</a:t>
            </a:r>
            <a:endParaRPr lang="en-FR" sz="1800" dirty="0">
              <a:latin typeface="+mj-lt"/>
            </a:endParaRPr>
          </a:p>
        </p:txBody>
      </p:sp>
    </p:spTree>
    <p:extLst>
      <p:ext uri="{BB962C8B-B14F-4D97-AF65-F5344CB8AC3E}">
        <p14:creationId xmlns:p14="http://schemas.microsoft.com/office/powerpoint/2010/main" val="426554358"/>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1BF2C7C5-6C67-9D29-C5E0-F07AFD6137B6}"/>
              </a:ext>
            </a:extLst>
          </p:cNvPr>
          <p:cNvSpPr/>
          <p:nvPr/>
        </p:nvSpPr>
        <p:spPr>
          <a:xfrm>
            <a:off x="259081" y="173356"/>
            <a:ext cx="185737" cy="18573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6" name="Oval 5">
            <a:extLst>
              <a:ext uri="{FF2B5EF4-FFF2-40B4-BE49-F238E27FC236}">
                <a16:creationId xmlns:a16="http://schemas.microsoft.com/office/drawing/2014/main" id="{FDFA8D71-FAB9-7DDA-7974-AE5B789FB7CF}"/>
              </a:ext>
            </a:extLst>
          </p:cNvPr>
          <p:cNvSpPr/>
          <p:nvPr/>
        </p:nvSpPr>
        <p:spPr>
          <a:xfrm>
            <a:off x="514350" y="166213"/>
            <a:ext cx="185737" cy="185738"/>
          </a:xfrm>
          <a:prstGeom prst="ellips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7" name="Oval 6">
            <a:extLst>
              <a:ext uri="{FF2B5EF4-FFF2-40B4-BE49-F238E27FC236}">
                <a16:creationId xmlns:a16="http://schemas.microsoft.com/office/drawing/2014/main" id="{8B2DF521-2CCC-5EE6-D839-7569EFBFE5B1}"/>
              </a:ext>
            </a:extLst>
          </p:cNvPr>
          <p:cNvSpPr/>
          <p:nvPr/>
        </p:nvSpPr>
        <p:spPr>
          <a:xfrm>
            <a:off x="769619" y="168119"/>
            <a:ext cx="185737" cy="185738"/>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8" name="TextBox 7">
            <a:extLst>
              <a:ext uri="{FF2B5EF4-FFF2-40B4-BE49-F238E27FC236}">
                <a16:creationId xmlns:a16="http://schemas.microsoft.com/office/drawing/2014/main" id="{670924BE-B03B-E7CE-EC88-EB731F6282BA}"/>
              </a:ext>
            </a:extLst>
          </p:cNvPr>
          <p:cNvSpPr txBox="1"/>
          <p:nvPr/>
        </p:nvSpPr>
        <p:spPr>
          <a:xfrm>
            <a:off x="267649" y="359094"/>
            <a:ext cx="1071563" cy="1015663"/>
          </a:xfrm>
          <a:prstGeom prst="rect">
            <a:avLst/>
          </a:prstGeom>
          <a:noFill/>
        </p:spPr>
        <p:txBody>
          <a:bodyPr wrap="square" rtlCol="0">
            <a:spAutoFit/>
          </a:bodyPr>
          <a:lstStyle/>
          <a:p>
            <a:pPr algn="l"/>
            <a:r>
              <a:rPr lang="en-FR" sz="6000" dirty="0">
                <a:latin typeface="+mj-lt"/>
              </a:rPr>
              <a:t>04</a:t>
            </a:r>
          </a:p>
        </p:txBody>
      </p:sp>
      <p:sp>
        <p:nvSpPr>
          <p:cNvPr id="9" name="TextBox 8">
            <a:extLst>
              <a:ext uri="{FF2B5EF4-FFF2-40B4-BE49-F238E27FC236}">
                <a16:creationId xmlns:a16="http://schemas.microsoft.com/office/drawing/2014/main" id="{D9CAD82F-EA2B-5D96-2443-5F5023AEF503}"/>
              </a:ext>
            </a:extLst>
          </p:cNvPr>
          <p:cNvSpPr txBox="1"/>
          <p:nvPr/>
        </p:nvSpPr>
        <p:spPr>
          <a:xfrm>
            <a:off x="198118" y="381939"/>
            <a:ext cx="1514475" cy="1015663"/>
          </a:xfrm>
          <a:prstGeom prst="rect">
            <a:avLst/>
          </a:prstGeom>
          <a:noFill/>
        </p:spPr>
        <p:txBody>
          <a:bodyPr wrap="square" rtlCol="0">
            <a:spAutoFit/>
          </a:bodyPr>
          <a:lstStyle/>
          <a:p>
            <a:pPr algn="l"/>
            <a:r>
              <a:rPr lang="en-FR" sz="6000" dirty="0">
                <a:solidFill>
                  <a:schemeClr val="bg2"/>
                </a:solidFill>
                <a:latin typeface="+mj-lt"/>
              </a:rPr>
              <a:t>04</a:t>
            </a:r>
            <a:endParaRPr lang="en-FR" sz="1800" dirty="0">
              <a:solidFill>
                <a:schemeClr val="bg2"/>
              </a:solidFill>
              <a:latin typeface="+mj-lt"/>
            </a:endParaRPr>
          </a:p>
        </p:txBody>
      </p:sp>
      <p:cxnSp>
        <p:nvCxnSpPr>
          <p:cNvPr id="10" name="Straight Connector 9">
            <a:extLst>
              <a:ext uri="{FF2B5EF4-FFF2-40B4-BE49-F238E27FC236}">
                <a16:creationId xmlns:a16="http://schemas.microsoft.com/office/drawing/2014/main" id="{C72EA427-752A-A4E1-A9CC-1E909CF9D3D7}"/>
              </a:ext>
            </a:extLst>
          </p:cNvPr>
          <p:cNvCxnSpPr/>
          <p:nvPr/>
        </p:nvCxnSpPr>
        <p:spPr>
          <a:xfrm>
            <a:off x="1339212" y="368618"/>
            <a:ext cx="0" cy="1015663"/>
          </a:xfrm>
          <a:prstGeom prst="line">
            <a:avLst/>
          </a:prstGeom>
          <a:ln w="31750" cmpd="sng">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C063CD5F-1C73-9436-5FAD-63691C566088}"/>
              </a:ext>
            </a:extLst>
          </p:cNvPr>
          <p:cNvSpPr txBox="1"/>
          <p:nvPr/>
        </p:nvSpPr>
        <p:spPr>
          <a:xfrm>
            <a:off x="1408743" y="368618"/>
            <a:ext cx="10439391" cy="769441"/>
          </a:xfrm>
          <a:prstGeom prst="rect">
            <a:avLst/>
          </a:prstGeom>
          <a:noFill/>
        </p:spPr>
        <p:txBody>
          <a:bodyPr wrap="square" rtlCol="0">
            <a:spAutoFit/>
          </a:bodyPr>
          <a:lstStyle/>
          <a:p>
            <a:pPr algn="l"/>
            <a:r>
              <a:rPr lang="en-FR" sz="4400" dirty="0">
                <a:solidFill>
                  <a:schemeClr val="bg2"/>
                </a:solidFill>
                <a:latin typeface="+mj-lt"/>
              </a:rPr>
              <a:t>Deliverable 1 – Criteria Consideration</a:t>
            </a:r>
          </a:p>
        </p:txBody>
      </p:sp>
      <p:sp>
        <p:nvSpPr>
          <p:cNvPr id="5" name="TextBox 4">
            <a:extLst>
              <a:ext uri="{FF2B5EF4-FFF2-40B4-BE49-F238E27FC236}">
                <a16:creationId xmlns:a16="http://schemas.microsoft.com/office/drawing/2014/main" id="{B1A68A4A-67FD-7C38-96AF-85B4D3DA03D3}"/>
              </a:ext>
            </a:extLst>
          </p:cNvPr>
          <p:cNvSpPr txBox="1"/>
          <p:nvPr/>
        </p:nvSpPr>
        <p:spPr>
          <a:xfrm>
            <a:off x="5374955" y="1455607"/>
            <a:ext cx="4198585" cy="2031325"/>
          </a:xfrm>
          <a:prstGeom prst="rect">
            <a:avLst/>
          </a:prstGeom>
          <a:noFill/>
        </p:spPr>
        <p:txBody>
          <a:bodyPr wrap="none" rtlCol="0">
            <a:spAutoFit/>
          </a:bodyPr>
          <a:lstStyle/>
          <a:p>
            <a:pPr marL="342900" indent="-342900" algn="l">
              <a:buAutoNum type="arabicPeriod"/>
            </a:pPr>
            <a:r>
              <a:rPr lang="en-FR" sz="1800" dirty="0">
                <a:latin typeface="+mj-lt"/>
              </a:rPr>
              <a:t>Operating System Functionalities</a:t>
            </a:r>
          </a:p>
          <a:p>
            <a:pPr marL="342900" indent="-342900" algn="l">
              <a:buAutoNum type="arabicPeriod"/>
            </a:pPr>
            <a:r>
              <a:rPr lang="en-FR" dirty="0">
                <a:latin typeface="+mj-lt"/>
              </a:rPr>
              <a:t>Kernel Layer Functionality</a:t>
            </a:r>
          </a:p>
          <a:p>
            <a:pPr marL="342900" indent="-342900" algn="l">
              <a:buAutoNum type="arabicPeriod"/>
            </a:pPr>
            <a:r>
              <a:rPr lang="en-FR" sz="1800" dirty="0">
                <a:latin typeface="+mj-lt"/>
              </a:rPr>
              <a:t>Architecture</a:t>
            </a:r>
          </a:p>
          <a:p>
            <a:pPr marL="342900" indent="-342900" algn="l">
              <a:buAutoNum type="arabicPeriod"/>
            </a:pPr>
            <a:r>
              <a:rPr lang="en-FR" dirty="0">
                <a:latin typeface="+mj-lt"/>
              </a:rPr>
              <a:t>Potential eBPF Usecase</a:t>
            </a:r>
          </a:p>
          <a:p>
            <a:pPr marL="342900" indent="-342900" algn="l">
              <a:buAutoNum type="arabicPeriod"/>
            </a:pPr>
            <a:r>
              <a:rPr lang="en-FR" sz="1800" dirty="0">
                <a:latin typeface="+mj-lt"/>
              </a:rPr>
              <a:t>Evidence of eBPF usage</a:t>
            </a:r>
          </a:p>
          <a:p>
            <a:pPr marL="342900" indent="-342900" algn="l">
              <a:buAutoNum type="arabicPeriod"/>
            </a:pPr>
            <a:r>
              <a:rPr lang="en-FR" dirty="0">
                <a:latin typeface="+mj-lt"/>
              </a:rPr>
              <a:t>Future possibility of eBPF</a:t>
            </a:r>
            <a:endParaRPr lang="en-FR" sz="1800" dirty="0">
              <a:latin typeface="+mj-lt"/>
            </a:endParaRPr>
          </a:p>
          <a:p>
            <a:pPr marL="342900" indent="-342900" algn="l">
              <a:buAutoNum type="arabicPeriod"/>
            </a:pPr>
            <a:endParaRPr lang="en-FR" sz="1800" dirty="0">
              <a:latin typeface="+mj-lt"/>
            </a:endParaRPr>
          </a:p>
        </p:txBody>
      </p:sp>
      <p:sp>
        <p:nvSpPr>
          <p:cNvPr id="11" name="Rounded Rectangle 10">
            <a:extLst>
              <a:ext uri="{FF2B5EF4-FFF2-40B4-BE49-F238E27FC236}">
                <a16:creationId xmlns:a16="http://schemas.microsoft.com/office/drawing/2014/main" id="{DBC5359F-B1FC-99C3-9467-685CCBA62930}"/>
              </a:ext>
            </a:extLst>
          </p:cNvPr>
          <p:cNvSpPr/>
          <p:nvPr/>
        </p:nvSpPr>
        <p:spPr>
          <a:xfrm>
            <a:off x="514350" y="1927358"/>
            <a:ext cx="3875247" cy="724555"/>
          </a:xfrm>
          <a:prstGeom prst="roundRect">
            <a:avLst/>
          </a:prstGeom>
          <a:gradFill>
            <a:gsLst>
              <a:gs pos="0">
                <a:schemeClr val="bg2"/>
              </a:gs>
              <a:gs pos="51000">
                <a:schemeClr val="accent1">
                  <a:lumMod val="45000"/>
                  <a:lumOff val="55000"/>
                </a:schemeClr>
              </a:gs>
              <a:gs pos="60000">
                <a:schemeClr val="accent1">
                  <a:lumMod val="45000"/>
                  <a:lumOff val="55000"/>
                </a:schemeClr>
              </a:gs>
              <a:gs pos="69000">
                <a:schemeClr val="accent1">
                  <a:lumMod val="78191"/>
                  <a:lumOff val="21809"/>
                </a:schemeClr>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sz="1600" dirty="0">
                <a:solidFill>
                  <a:srgbClr val="000000"/>
                </a:solidFill>
              </a:rPr>
              <a:t>For every OS </a:t>
            </a:r>
            <a:r>
              <a:rPr lang="en-GB" sz="1600" dirty="0">
                <a:solidFill>
                  <a:srgbClr val="000000"/>
                </a:solidFill>
              </a:rPr>
              <a:t>I</a:t>
            </a:r>
            <a:r>
              <a:rPr lang="en-FR" sz="1600" dirty="0">
                <a:solidFill>
                  <a:srgbClr val="000000"/>
                </a:solidFill>
              </a:rPr>
              <a:t> researched about their,</a:t>
            </a:r>
          </a:p>
        </p:txBody>
      </p:sp>
      <p:sp>
        <p:nvSpPr>
          <p:cNvPr id="17" name="Rounded Rectangle 16">
            <a:extLst>
              <a:ext uri="{FF2B5EF4-FFF2-40B4-BE49-F238E27FC236}">
                <a16:creationId xmlns:a16="http://schemas.microsoft.com/office/drawing/2014/main" id="{B9323BD9-B37D-1D06-E3FD-7D1C7BF11A8C}"/>
              </a:ext>
            </a:extLst>
          </p:cNvPr>
          <p:cNvSpPr/>
          <p:nvPr/>
        </p:nvSpPr>
        <p:spPr>
          <a:xfrm>
            <a:off x="514350" y="4045718"/>
            <a:ext cx="3875247" cy="724555"/>
          </a:xfrm>
          <a:prstGeom prst="roundRect">
            <a:avLst/>
          </a:prstGeom>
          <a:gradFill>
            <a:gsLst>
              <a:gs pos="0">
                <a:schemeClr val="bg2"/>
              </a:gs>
              <a:gs pos="51000">
                <a:schemeClr val="accent1">
                  <a:lumMod val="45000"/>
                  <a:lumOff val="55000"/>
                </a:schemeClr>
              </a:gs>
              <a:gs pos="60000">
                <a:schemeClr val="accent1">
                  <a:lumMod val="45000"/>
                  <a:lumOff val="55000"/>
                </a:schemeClr>
              </a:gs>
              <a:gs pos="69000">
                <a:schemeClr val="accent1">
                  <a:lumMod val="78191"/>
                  <a:lumOff val="21809"/>
                </a:schemeClr>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sz="1600" dirty="0">
                <a:solidFill>
                  <a:srgbClr val="000000"/>
                </a:solidFill>
              </a:rPr>
              <a:t>eBPF in Android</a:t>
            </a:r>
          </a:p>
        </p:txBody>
      </p:sp>
      <p:sp>
        <p:nvSpPr>
          <p:cNvPr id="18" name="TextBox 17">
            <a:extLst>
              <a:ext uri="{FF2B5EF4-FFF2-40B4-BE49-F238E27FC236}">
                <a16:creationId xmlns:a16="http://schemas.microsoft.com/office/drawing/2014/main" id="{5A582A43-309B-04D3-C438-41674FB37330}"/>
              </a:ext>
            </a:extLst>
          </p:cNvPr>
          <p:cNvSpPr txBox="1"/>
          <p:nvPr/>
        </p:nvSpPr>
        <p:spPr>
          <a:xfrm>
            <a:off x="5374955" y="3916680"/>
            <a:ext cx="4622485" cy="1477328"/>
          </a:xfrm>
          <a:prstGeom prst="rect">
            <a:avLst/>
          </a:prstGeom>
          <a:noFill/>
        </p:spPr>
        <p:txBody>
          <a:bodyPr wrap="square" rtlCol="0">
            <a:spAutoFit/>
          </a:bodyPr>
          <a:lstStyle/>
          <a:p>
            <a:pPr marL="342900" indent="-342900">
              <a:buAutoNum type="arabicPeriod"/>
            </a:pPr>
            <a:r>
              <a:rPr lang="en-GB" sz="1800" dirty="0">
                <a:latin typeface="+mj-lt"/>
              </a:rPr>
              <a:t>Network usage monitoring </a:t>
            </a:r>
          </a:p>
          <a:p>
            <a:pPr marL="342900" indent="-342900">
              <a:buAutoNum type="arabicPeriod"/>
            </a:pPr>
            <a:r>
              <a:rPr lang="en-GB" sz="1800" dirty="0">
                <a:latin typeface="+mj-lt"/>
              </a:rPr>
              <a:t>Power and memory profiling</a:t>
            </a:r>
          </a:p>
          <a:p>
            <a:pPr marL="342900" indent="-342900">
              <a:buAutoNum type="arabicPeriod"/>
            </a:pPr>
            <a:r>
              <a:rPr lang="en-GB" sz="1800" dirty="0">
                <a:latin typeface="+mj-lt"/>
              </a:rPr>
              <a:t>Firewall, Intrusion detection </a:t>
            </a:r>
          </a:p>
          <a:p>
            <a:pPr marL="342900" indent="-342900">
              <a:buAutoNum type="arabicPeriod"/>
            </a:pPr>
            <a:r>
              <a:rPr lang="en-GB" sz="1800" dirty="0">
                <a:latin typeface="+mj-lt"/>
              </a:rPr>
              <a:t>Kernel security monitoring. </a:t>
            </a:r>
          </a:p>
          <a:p>
            <a:endParaRPr lang="en-GB" sz="1800" dirty="0">
              <a:latin typeface="+mj-lt"/>
            </a:endParaRPr>
          </a:p>
        </p:txBody>
      </p:sp>
    </p:spTree>
    <p:extLst>
      <p:ext uri="{BB962C8B-B14F-4D97-AF65-F5344CB8AC3E}">
        <p14:creationId xmlns:p14="http://schemas.microsoft.com/office/powerpoint/2010/main" val="1402530277"/>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1B9E8CE2-F983-784F-37BE-414370A06082}"/>
              </a:ext>
            </a:extLst>
          </p:cNvPr>
          <p:cNvSpPr/>
          <p:nvPr/>
        </p:nvSpPr>
        <p:spPr>
          <a:xfrm>
            <a:off x="259081" y="171450"/>
            <a:ext cx="185737" cy="18573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5" name="Oval 4">
            <a:extLst>
              <a:ext uri="{FF2B5EF4-FFF2-40B4-BE49-F238E27FC236}">
                <a16:creationId xmlns:a16="http://schemas.microsoft.com/office/drawing/2014/main" id="{B1ED52C9-F1AB-B19D-70B0-CA919C1890D1}"/>
              </a:ext>
            </a:extLst>
          </p:cNvPr>
          <p:cNvSpPr/>
          <p:nvPr/>
        </p:nvSpPr>
        <p:spPr>
          <a:xfrm>
            <a:off x="500063" y="171450"/>
            <a:ext cx="185737" cy="185738"/>
          </a:xfrm>
          <a:prstGeom prst="ellips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6" name="Oval 5">
            <a:extLst>
              <a:ext uri="{FF2B5EF4-FFF2-40B4-BE49-F238E27FC236}">
                <a16:creationId xmlns:a16="http://schemas.microsoft.com/office/drawing/2014/main" id="{2D033685-06DC-F559-1222-5BA4B7949358}"/>
              </a:ext>
            </a:extLst>
          </p:cNvPr>
          <p:cNvSpPr/>
          <p:nvPr/>
        </p:nvSpPr>
        <p:spPr>
          <a:xfrm>
            <a:off x="741045" y="171450"/>
            <a:ext cx="185737" cy="185738"/>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7" name="TextBox 6">
            <a:extLst>
              <a:ext uri="{FF2B5EF4-FFF2-40B4-BE49-F238E27FC236}">
                <a16:creationId xmlns:a16="http://schemas.microsoft.com/office/drawing/2014/main" id="{CE90984C-066D-DD4A-9BCC-66E3498563D8}"/>
              </a:ext>
            </a:extLst>
          </p:cNvPr>
          <p:cNvSpPr txBox="1"/>
          <p:nvPr/>
        </p:nvSpPr>
        <p:spPr>
          <a:xfrm>
            <a:off x="259081" y="369571"/>
            <a:ext cx="1085850" cy="1015663"/>
          </a:xfrm>
          <a:prstGeom prst="rect">
            <a:avLst/>
          </a:prstGeom>
          <a:noFill/>
        </p:spPr>
        <p:txBody>
          <a:bodyPr wrap="square" rtlCol="0">
            <a:spAutoFit/>
          </a:bodyPr>
          <a:lstStyle/>
          <a:p>
            <a:pPr algn="l"/>
            <a:r>
              <a:rPr lang="en-FR" sz="6000" dirty="0">
                <a:latin typeface="+mj-lt"/>
              </a:rPr>
              <a:t>05</a:t>
            </a:r>
            <a:endParaRPr lang="en-FR" sz="1800" dirty="0">
              <a:latin typeface="+mj-lt"/>
            </a:endParaRPr>
          </a:p>
        </p:txBody>
      </p:sp>
      <p:sp>
        <p:nvSpPr>
          <p:cNvPr id="8" name="TextBox 7">
            <a:extLst>
              <a:ext uri="{FF2B5EF4-FFF2-40B4-BE49-F238E27FC236}">
                <a16:creationId xmlns:a16="http://schemas.microsoft.com/office/drawing/2014/main" id="{37176950-6AE4-373C-469C-36E70F18720C}"/>
              </a:ext>
            </a:extLst>
          </p:cNvPr>
          <p:cNvSpPr txBox="1"/>
          <p:nvPr/>
        </p:nvSpPr>
        <p:spPr>
          <a:xfrm>
            <a:off x="190976" y="381954"/>
            <a:ext cx="1100138" cy="1015663"/>
          </a:xfrm>
          <a:prstGeom prst="rect">
            <a:avLst/>
          </a:prstGeom>
          <a:noFill/>
        </p:spPr>
        <p:txBody>
          <a:bodyPr wrap="square" rtlCol="0">
            <a:spAutoFit/>
          </a:bodyPr>
          <a:lstStyle/>
          <a:p>
            <a:pPr algn="l"/>
            <a:r>
              <a:rPr lang="en-FR" sz="6000" dirty="0">
                <a:solidFill>
                  <a:schemeClr val="bg2"/>
                </a:solidFill>
                <a:latin typeface="+mj-lt"/>
              </a:rPr>
              <a:t>05</a:t>
            </a:r>
            <a:endParaRPr lang="en-FR" sz="1800" dirty="0">
              <a:solidFill>
                <a:schemeClr val="bg2"/>
              </a:solidFill>
              <a:latin typeface="+mj-lt"/>
            </a:endParaRPr>
          </a:p>
        </p:txBody>
      </p:sp>
      <p:cxnSp>
        <p:nvCxnSpPr>
          <p:cNvPr id="9" name="Straight Connector 8">
            <a:extLst>
              <a:ext uri="{FF2B5EF4-FFF2-40B4-BE49-F238E27FC236}">
                <a16:creationId xmlns:a16="http://schemas.microsoft.com/office/drawing/2014/main" id="{B7808635-888D-2D01-6CB3-CD1E81A1593B}"/>
              </a:ext>
            </a:extLst>
          </p:cNvPr>
          <p:cNvCxnSpPr/>
          <p:nvPr/>
        </p:nvCxnSpPr>
        <p:spPr>
          <a:xfrm>
            <a:off x="1344931" y="369571"/>
            <a:ext cx="0" cy="1015663"/>
          </a:xfrm>
          <a:prstGeom prst="line">
            <a:avLst/>
          </a:prstGeom>
          <a:ln w="31750" cmpd="sng">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EE755A21-47A6-A80F-358D-4540872029B8}"/>
              </a:ext>
            </a:extLst>
          </p:cNvPr>
          <p:cNvSpPr txBox="1"/>
          <p:nvPr/>
        </p:nvSpPr>
        <p:spPr>
          <a:xfrm>
            <a:off x="1413035" y="204173"/>
            <a:ext cx="5400669" cy="523220"/>
          </a:xfrm>
          <a:prstGeom prst="rect">
            <a:avLst/>
          </a:prstGeom>
          <a:noFill/>
          <a:scene3d>
            <a:camera prst="obliqueBottomLeft"/>
            <a:lightRig rig="threePt" dir="t"/>
          </a:scene3d>
        </p:spPr>
        <p:txBody>
          <a:bodyPr wrap="square" rtlCol="0">
            <a:spAutoFit/>
          </a:bodyPr>
          <a:lstStyle/>
          <a:p>
            <a:pPr algn="l"/>
            <a:r>
              <a:rPr lang="en-FR" sz="2800" dirty="0">
                <a:solidFill>
                  <a:schemeClr val="bg2"/>
                </a:solidFill>
                <a:latin typeface="+mj-lt"/>
              </a:rPr>
              <a:t>D</a:t>
            </a:r>
            <a:r>
              <a:rPr lang="en-GB" sz="2800" dirty="0">
                <a:solidFill>
                  <a:schemeClr val="bg2"/>
                </a:solidFill>
                <a:latin typeface="+mj-lt"/>
              </a:rPr>
              <a:t>e</a:t>
            </a:r>
            <a:r>
              <a:rPr lang="en-FR" sz="2400" dirty="0">
                <a:solidFill>
                  <a:schemeClr val="bg2"/>
                </a:solidFill>
                <a:latin typeface="+mj-lt"/>
              </a:rPr>
              <a:t>liverable</a:t>
            </a:r>
            <a:r>
              <a:rPr lang="en-FR" sz="2800" dirty="0">
                <a:solidFill>
                  <a:schemeClr val="bg2"/>
                </a:solidFill>
                <a:latin typeface="+mj-lt"/>
              </a:rPr>
              <a:t> 2</a:t>
            </a:r>
            <a:endParaRPr lang="en-FR" sz="1800" dirty="0">
              <a:solidFill>
                <a:schemeClr val="bg2"/>
              </a:solidFill>
              <a:latin typeface="+mj-lt"/>
            </a:endParaRPr>
          </a:p>
        </p:txBody>
      </p:sp>
      <p:graphicFrame>
        <p:nvGraphicFramePr>
          <p:cNvPr id="15" name="Diagram 14">
            <a:extLst>
              <a:ext uri="{FF2B5EF4-FFF2-40B4-BE49-F238E27FC236}">
                <a16:creationId xmlns:a16="http://schemas.microsoft.com/office/drawing/2014/main" id="{6EF8C27F-E9CB-BEE2-C4B6-BB67BBC9726D}"/>
              </a:ext>
            </a:extLst>
          </p:cNvPr>
          <p:cNvGraphicFramePr/>
          <p:nvPr>
            <p:extLst>
              <p:ext uri="{D42A27DB-BD31-4B8C-83A1-F6EECF244321}">
                <p14:modId xmlns:p14="http://schemas.microsoft.com/office/powerpoint/2010/main" val="2257614947"/>
              </p:ext>
            </p:extLst>
          </p:nvPr>
        </p:nvGraphicFramePr>
        <p:xfrm>
          <a:off x="-465064" y="2412673"/>
          <a:ext cx="7278768" cy="22520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4" name="TextBox 13">
            <a:extLst>
              <a:ext uri="{FF2B5EF4-FFF2-40B4-BE49-F238E27FC236}">
                <a16:creationId xmlns:a16="http://schemas.microsoft.com/office/drawing/2014/main" id="{B1DC4219-8BC3-D9A9-E6E3-C6B440A74E74}"/>
              </a:ext>
            </a:extLst>
          </p:cNvPr>
          <p:cNvSpPr txBox="1"/>
          <p:nvPr/>
        </p:nvSpPr>
        <p:spPr>
          <a:xfrm>
            <a:off x="1291114" y="753839"/>
            <a:ext cx="8067366" cy="523220"/>
          </a:xfrm>
          <a:prstGeom prst="rect">
            <a:avLst/>
          </a:prstGeom>
          <a:noFill/>
        </p:spPr>
        <p:txBody>
          <a:bodyPr wrap="square" rtlCol="0">
            <a:spAutoFit/>
          </a:bodyPr>
          <a:lstStyle/>
          <a:p>
            <a:pPr algn="l"/>
            <a:r>
              <a:rPr lang="en-FR" sz="2800" dirty="0">
                <a:latin typeface="+mj-lt"/>
              </a:rPr>
              <a:t>State of art in eBPF applied to Mobile Security</a:t>
            </a:r>
          </a:p>
        </p:txBody>
      </p:sp>
      <p:pic>
        <p:nvPicPr>
          <p:cNvPr id="19" name="Picture 18">
            <a:extLst>
              <a:ext uri="{FF2B5EF4-FFF2-40B4-BE49-F238E27FC236}">
                <a16:creationId xmlns:a16="http://schemas.microsoft.com/office/drawing/2014/main" id="{7D187B55-0E2E-BBA1-E07D-BAF5E27B5687}"/>
              </a:ext>
            </a:extLst>
          </p:cNvPr>
          <p:cNvPicPr>
            <a:picLocks noChangeAspect="1"/>
          </p:cNvPicPr>
          <p:nvPr/>
        </p:nvPicPr>
        <p:blipFill>
          <a:blip r:embed="rId7"/>
          <a:stretch>
            <a:fillRect/>
          </a:stretch>
        </p:blipFill>
        <p:spPr>
          <a:xfrm>
            <a:off x="9466251" y="763680"/>
            <a:ext cx="2383836" cy="916860"/>
          </a:xfrm>
          <a:prstGeom prst="rect">
            <a:avLst/>
          </a:prstGeom>
        </p:spPr>
      </p:pic>
      <p:cxnSp>
        <p:nvCxnSpPr>
          <p:cNvPr id="21" name="Curved Connector 20">
            <a:extLst>
              <a:ext uri="{FF2B5EF4-FFF2-40B4-BE49-F238E27FC236}">
                <a16:creationId xmlns:a16="http://schemas.microsoft.com/office/drawing/2014/main" id="{E6EB3D15-9097-5E38-C04C-EA81480CA063}"/>
              </a:ext>
            </a:extLst>
          </p:cNvPr>
          <p:cNvCxnSpPr>
            <a:cxnSpLocks/>
          </p:cNvCxnSpPr>
          <p:nvPr/>
        </p:nvCxnSpPr>
        <p:spPr>
          <a:xfrm rot="5400000">
            <a:off x="10340938" y="65052"/>
            <a:ext cx="727396" cy="597291"/>
          </a:xfrm>
          <a:prstGeom prst="curvedConnector3">
            <a:avLst/>
          </a:prstGeom>
          <a:ln w="47625">
            <a:solidFill>
              <a:schemeClr val="tx2"/>
            </a:solidFill>
            <a:prstDash val="sysDash"/>
          </a:ln>
        </p:spPr>
        <p:style>
          <a:lnRef idx="1">
            <a:schemeClr val="accent1"/>
          </a:lnRef>
          <a:fillRef idx="0">
            <a:schemeClr val="accent1"/>
          </a:fillRef>
          <a:effectRef idx="0">
            <a:schemeClr val="accent1"/>
          </a:effectRef>
          <a:fontRef idx="minor">
            <a:schemeClr val="tx1"/>
          </a:fontRef>
        </p:style>
      </p:cxnSp>
      <p:sp>
        <p:nvSpPr>
          <p:cNvPr id="23" name="Rounded Rectangle 22">
            <a:extLst>
              <a:ext uri="{FF2B5EF4-FFF2-40B4-BE49-F238E27FC236}">
                <a16:creationId xmlns:a16="http://schemas.microsoft.com/office/drawing/2014/main" id="{32D51BBA-8678-187A-1879-3FF383511548}"/>
              </a:ext>
            </a:extLst>
          </p:cNvPr>
          <p:cNvSpPr/>
          <p:nvPr/>
        </p:nvSpPr>
        <p:spPr>
          <a:xfrm>
            <a:off x="8450576" y="2441412"/>
            <a:ext cx="3002280" cy="853440"/>
          </a:xfrm>
          <a:prstGeom prst="round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sz="1600" dirty="0">
                <a:solidFill>
                  <a:srgbClr val="000000"/>
                </a:solidFill>
              </a:rPr>
              <a:t>eBPF Components and their functions</a:t>
            </a:r>
          </a:p>
        </p:txBody>
      </p:sp>
      <p:cxnSp>
        <p:nvCxnSpPr>
          <p:cNvPr id="24" name="Curved Connector 23">
            <a:extLst>
              <a:ext uri="{FF2B5EF4-FFF2-40B4-BE49-F238E27FC236}">
                <a16:creationId xmlns:a16="http://schemas.microsoft.com/office/drawing/2014/main" id="{6AFCE9E6-488A-3120-8C45-E18725E663C9}"/>
              </a:ext>
            </a:extLst>
          </p:cNvPr>
          <p:cNvCxnSpPr>
            <a:cxnSpLocks/>
          </p:cNvCxnSpPr>
          <p:nvPr/>
        </p:nvCxnSpPr>
        <p:spPr>
          <a:xfrm rot="5400000">
            <a:off x="9881886" y="1750370"/>
            <a:ext cx="807156" cy="667496"/>
          </a:xfrm>
          <a:prstGeom prst="curvedConnector3">
            <a:avLst/>
          </a:prstGeom>
          <a:ln w="47625">
            <a:solidFill>
              <a:schemeClr val="tx2"/>
            </a:solidFill>
            <a:prstDash val="sysDash"/>
          </a:ln>
        </p:spPr>
        <p:style>
          <a:lnRef idx="1">
            <a:schemeClr val="accent1"/>
          </a:lnRef>
          <a:fillRef idx="0">
            <a:schemeClr val="accent1"/>
          </a:fillRef>
          <a:effectRef idx="0">
            <a:schemeClr val="accent1"/>
          </a:effectRef>
          <a:fontRef idx="minor">
            <a:schemeClr val="tx1"/>
          </a:fontRef>
        </p:style>
      </p:cxnSp>
      <p:sp>
        <p:nvSpPr>
          <p:cNvPr id="26" name="Rounded Rectangle 25">
            <a:extLst>
              <a:ext uri="{FF2B5EF4-FFF2-40B4-BE49-F238E27FC236}">
                <a16:creationId xmlns:a16="http://schemas.microsoft.com/office/drawing/2014/main" id="{49F3609D-0481-5D52-D7EB-0E305462A49E}"/>
              </a:ext>
            </a:extLst>
          </p:cNvPr>
          <p:cNvSpPr/>
          <p:nvPr/>
        </p:nvSpPr>
        <p:spPr>
          <a:xfrm>
            <a:off x="7965111" y="4055724"/>
            <a:ext cx="3002280" cy="853440"/>
          </a:xfrm>
          <a:prstGeom prst="round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sz="1600" dirty="0">
                <a:solidFill>
                  <a:srgbClr val="000000"/>
                </a:solidFill>
              </a:rPr>
              <a:t>eBPF + Mobile Security research paper</a:t>
            </a:r>
          </a:p>
        </p:txBody>
      </p:sp>
      <p:cxnSp>
        <p:nvCxnSpPr>
          <p:cNvPr id="27" name="Curved Connector 26">
            <a:extLst>
              <a:ext uri="{FF2B5EF4-FFF2-40B4-BE49-F238E27FC236}">
                <a16:creationId xmlns:a16="http://schemas.microsoft.com/office/drawing/2014/main" id="{613A2CC2-ABC0-13F9-8592-91719E13E7DD}"/>
              </a:ext>
            </a:extLst>
          </p:cNvPr>
          <p:cNvCxnSpPr>
            <a:cxnSpLocks/>
          </p:cNvCxnSpPr>
          <p:nvPr/>
        </p:nvCxnSpPr>
        <p:spPr>
          <a:xfrm rot="5400000">
            <a:off x="9234056" y="3364682"/>
            <a:ext cx="807156" cy="667496"/>
          </a:xfrm>
          <a:prstGeom prst="curvedConnector3">
            <a:avLst/>
          </a:prstGeom>
          <a:ln w="47625">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28" name="Curved Connector 27">
            <a:extLst>
              <a:ext uri="{FF2B5EF4-FFF2-40B4-BE49-F238E27FC236}">
                <a16:creationId xmlns:a16="http://schemas.microsoft.com/office/drawing/2014/main" id="{A997C84B-58F2-674B-4720-732ADB41D77A}"/>
              </a:ext>
            </a:extLst>
          </p:cNvPr>
          <p:cNvCxnSpPr>
            <a:cxnSpLocks/>
          </p:cNvCxnSpPr>
          <p:nvPr/>
        </p:nvCxnSpPr>
        <p:spPr>
          <a:xfrm rot="5400000">
            <a:off x="8732137" y="4945132"/>
            <a:ext cx="633095" cy="510407"/>
          </a:xfrm>
          <a:prstGeom prst="curvedConnector3">
            <a:avLst/>
          </a:prstGeom>
          <a:ln w="47625">
            <a:solidFill>
              <a:schemeClr val="tx2"/>
            </a:solidFill>
            <a:prstDash val="sysDash"/>
          </a:ln>
        </p:spPr>
        <p:style>
          <a:lnRef idx="1">
            <a:schemeClr val="accent1"/>
          </a:lnRef>
          <a:fillRef idx="0">
            <a:schemeClr val="accent1"/>
          </a:fillRef>
          <a:effectRef idx="0">
            <a:schemeClr val="accent1"/>
          </a:effectRef>
          <a:fontRef idx="minor">
            <a:schemeClr val="tx1"/>
          </a:fontRef>
        </p:style>
      </p:cxnSp>
      <p:sp>
        <p:nvSpPr>
          <p:cNvPr id="32" name="Rounded Rectangle 31">
            <a:extLst>
              <a:ext uri="{FF2B5EF4-FFF2-40B4-BE49-F238E27FC236}">
                <a16:creationId xmlns:a16="http://schemas.microsoft.com/office/drawing/2014/main" id="{2CB48169-7AB6-3110-03BE-BC3C69F5EC5D}"/>
              </a:ext>
            </a:extLst>
          </p:cNvPr>
          <p:cNvSpPr/>
          <p:nvPr/>
        </p:nvSpPr>
        <p:spPr>
          <a:xfrm>
            <a:off x="7017882" y="5523307"/>
            <a:ext cx="3002280" cy="853440"/>
          </a:xfrm>
          <a:prstGeom prst="round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a:p>
            <a:pPr algn="ctr"/>
            <a:r>
              <a:rPr lang="en-FR" sz="1600" dirty="0">
                <a:solidFill>
                  <a:srgbClr val="000000"/>
                </a:solidFill>
              </a:rPr>
              <a:t>Classification &amp; Commonalities among research paper (eBPF) </a:t>
            </a:r>
          </a:p>
          <a:p>
            <a:pPr algn="ctr"/>
            <a:endParaRPr lang="en-FR" sz="1600" dirty="0">
              <a:solidFill>
                <a:srgbClr val="000000"/>
              </a:solidFill>
            </a:endParaRPr>
          </a:p>
        </p:txBody>
      </p:sp>
      <p:cxnSp>
        <p:nvCxnSpPr>
          <p:cNvPr id="34" name="Curved Connector 33">
            <a:extLst>
              <a:ext uri="{FF2B5EF4-FFF2-40B4-BE49-F238E27FC236}">
                <a16:creationId xmlns:a16="http://schemas.microsoft.com/office/drawing/2014/main" id="{C2E78838-7453-25C5-0054-C2C43CBB88F0}"/>
              </a:ext>
            </a:extLst>
          </p:cNvPr>
          <p:cNvCxnSpPr>
            <a:cxnSpLocks/>
          </p:cNvCxnSpPr>
          <p:nvPr/>
        </p:nvCxnSpPr>
        <p:spPr>
          <a:xfrm rot="5400000">
            <a:off x="8131244" y="6447299"/>
            <a:ext cx="383460" cy="255204"/>
          </a:xfrm>
          <a:prstGeom prst="curvedConnector3">
            <a:avLst/>
          </a:prstGeom>
          <a:ln w="47625">
            <a:solidFill>
              <a:schemeClr val="tx2"/>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2466501"/>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Curved Connector 1">
            <a:extLst>
              <a:ext uri="{FF2B5EF4-FFF2-40B4-BE49-F238E27FC236}">
                <a16:creationId xmlns:a16="http://schemas.microsoft.com/office/drawing/2014/main" id="{B742098C-45FA-6A6A-7D9D-F50FD571B3EF}"/>
              </a:ext>
            </a:extLst>
          </p:cNvPr>
          <p:cNvCxnSpPr>
            <a:cxnSpLocks/>
          </p:cNvCxnSpPr>
          <p:nvPr/>
        </p:nvCxnSpPr>
        <p:spPr>
          <a:xfrm rot="10800000" flipV="1">
            <a:off x="9707880" y="0"/>
            <a:ext cx="496792" cy="411480"/>
          </a:xfrm>
          <a:prstGeom prst="curvedConnector3">
            <a:avLst/>
          </a:prstGeom>
          <a:ln w="47625">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5" name="Curved Connector 4">
            <a:extLst>
              <a:ext uri="{FF2B5EF4-FFF2-40B4-BE49-F238E27FC236}">
                <a16:creationId xmlns:a16="http://schemas.microsoft.com/office/drawing/2014/main" id="{FDD74515-6A72-A711-8B6C-07E7B5F98D1A}"/>
              </a:ext>
            </a:extLst>
          </p:cNvPr>
          <p:cNvCxnSpPr>
            <a:cxnSpLocks/>
          </p:cNvCxnSpPr>
          <p:nvPr/>
        </p:nvCxnSpPr>
        <p:spPr>
          <a:xfrm rot="5400000">
            <a:off x="9118984" y="1425242"/>
            <a:ext cx="423332" cy="86884"/>
          </a:xfrm>
          <a:prstGeom prst="curvedConnector3">
            <a:avLst/>
          </a:prstGeom>
          <a:ln w="47625">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6" name="Curved Connector 5">
            <a:extLst>
              <a:ext uri="{FF2B5EF4-FFF2-40B4-BE49-F238E27FC236}">
                <a16:creationId xmlns:a16="http://schemas.microsoft.com/office/drawing/2014/main" id="{44DA3AF2-C0F1-6630-5187-4ED17059E3A1}"/>
              </a:ext>
            </a:extLst>
          </p:cNvPr>
          <p:cNvCxnSpPr>
            <a:cxnSpLocks/>
          </p:cNvCxnSpPr>
          <p:nvPr/>
        </p:nvCxnSpPr>
        <p:spPr>
          <a:xfrm rot="5400000">
            <a:off x="8640224" y="2385819"/>
            <a:ext cx="400190" cy="640826"/>
          </a:xfrm>
          <a:prstGeom prst="curvedConnector2">
            <a:avLst/>
          </a:prstGeom>
          <a:ln w="47625">
            <a:solidFill>
              <a:schemeClr val="tx2"/>
            </a:solidFill>
            <a:prstDash val="sysDash"/>
          </a:ln>
        </p:spPr>
        <p:style>
          <a:lnRef idx="1">
            <a:schemeClr val="accent1"/>
          </a:lnRef>
          <a:fillRef idx="0">
            <a:schemeClr val="accent1"/>
          </a:fillRef>
          <a:effectRef idx="0">
            <a:schemeClr val="accent1"/>
          </a:effectRef>
          <a:fontRef idx="minor">
            <a:schemeClr val="tx1"/>
          </a:fontRef>
        </p:style>
      </p:cxnSp>
      <p:sp>
        <p:nvSpPr>
          <p:cNvPr id="7" name="Rounded Rectangle 6">
            <a:extLst>
              <a:ext uri="{FF2B5EF4-FFF2-40B4-BE49-F238E27FC236}">
                <a16:creationId xmlns:a16="http://schemas.microsoft.com/office/drawing/2014/main" id="{EEB9D632-A0B8-2C1B-0C9A-783EB50B7C8E}"/>
              </a:ext>
            </a:extLst>
          </p:cNvPr>
          <p:cNvSpPr/>
          <p:nvPr/>
        </p:nvSpPr>
        <p:spPr>
          <a:xfrm>
            <a:off x="7525456" y="432932"/>
            <a:ext cx="3697272" cy="853440"/>
          </a:xfrm>
          <a:prstGeom prst="round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a:p>
            <a:pPr algn="ctr"/>
            <a:r>
              <a:rPr lang="en-FR" sz="1600" dirty="0">
                <a:solidFill>
                  <a:srgbClr val="000000"/>
                </a:solidFill>
              </a:rPr>
              <a:t>Commonalities 1: eBPF Maps</a:t>
            </a:r>
          </a:p>
          <a:p>
            <a:pPr algn="ctr"/>
            <a:r>
              <a:rPr lang="en-FR" sz="1600" dirty="0">
                <a:solidFill>
                  <a:srgbClr val="000000"/>
                </a:solidFill>
              </a:rPr>
              <a:t>Key value Storage and Attack Mitigation</a:t>
            </a:r>
          </a:p>
          <a:p>
            <a:pPr algn="ctr"/>
            <a:endParaRPr lang="en-FR" sz="1600" dirty="0">
              <a:solidFill>
                <a:srgbClr val="000000"/>
              </a:solidFill>
            </a:endParaRPr>
          </a:p>
        </p:txBody>
      </p:sp>
      <p:sp>
        <p:nvSpPr>
          <p:cNvPr id="8" name="Rounded Rectangle 7">
            <a:extLst>
              <a:ext uri="{FF2B5EF4-FFF2-40B4-BE49-F238E27FC236}">
                <a16:creationId xmlns:a16="http://schemas.microsoft.com/office/drawing/2014/main" id="{84C015D8-1089-D2B1-D8C8-24EC21303F50}"/>
              </a:ext>
            </a:extLst>
          </p:cNvPr>
          <p:cNvSpPr/>
          <p:nvPr/>
        </p:nvSpPr>
        <p:spPr>
          <a:xfrm>
            <a:off x="7438572" y="1761634"/>
            <a:ext cx="3697272" cy="687492"/>
          </a:xfrm>
          <a:prstGeom prst="round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a:p>
            <a:pPr algn="ctr"/>
            <a:r>
              <a:rPr lang="en-FR" sz="1600" dirty="0">
                <a:solidFill>
                  <a:srgbClr val="000000"/>
                </a:solidFill>
              </a:rPr>
              <a:t>Commonality 2:ProgramVerification</a:t>
            </a:r>
          </a:p>
          <a:p>
            <a:pPr algn="ctr"/>
            <a:r>
              <a:rPr lang="en-FR" sz="1600" dirty="0">
                <a:solidFill>
                  <a:srgbClr val="000000"/>
                </a:solidFill>
              </a:rPr>
              <a:t>Verifier types and Additional Security</a:t>
            </a:r>
          </a:p>
          <a:p>
            <a:pPr algn="ctr"/>
            <a:endParaRPr lang="en-FR" sz="1600" dirty="0">
              <a:solidFill>
                <a:srgbClr val="000000"/>
              </a:solidFill>
            </a:endParaRPr>
          </a:p>
        </p:txBody>
      </p:sp>
      <p:sp>
        <p:nvSpPr>
          <p:cNvPr id="13" name="Rounded Rectangle 12">
            <a:extLst>
              <a:ext uri="{FF2B5EF4-FFF2-40B4-BE49-F238E27FC236}">
                <a16:creationId xmlns:a16="http://schemas.microsoft.com/office/drawing/2014/main" id="{69E19CEF-3A4A-5DDC-BCBD-5CBBE6BBB05D}"/>
              </a:ext>
            </a:extLst>
          </p:cNvPr>
          <p:cNvSpPr/>
          <p:nvPr/>
        </p:nvSpPr>
        <p:spPr>
          <a:xfrm>
            <a:off x="6884630" y="2906327"/>
            <a:ext cx="3697272" cy="853440"/>
          </a:xfrm>
          <a:prstGeom prst="round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sz="1600" dirty="0">
                <a:solidFill>
                  <a:srgbClr val="000000"/>
                </a:solidFill>
              </a:rPr>
              <a:t>¸</a:t>
            </a:r>
          </a:p>
          <a:p>
            <a:pPr algn="ctr"/>
            <a:r>
              <a:rPr lang="en-FR" sz="1600" dirty="0">
                <a:solidFill>
                  <a:srgbClr val="000000"/>
                </a:solidFill>
              </a:rPr>
              <a:t>Commonality 3: Syscall</a:t>
            </a:r>
          </a:p>
          <a:p>
            <a:pPr algn="ctr"/>
            <a:r>
              <a:rPr lang="en-GB" sz="1600" dirty="0">
                <a:solidFill>
                  <a:srgbClr val="000000"/>
                </a:solidFill>
                <a:effectLst/>
                <a:latin typeface="Helvetica" pitchFamily="2" charset="0"/>
              </a:rPr>
              <a:t> syscall operation for monitoring and Seccomp operation</a:t>
            </a:r>
          </a:p>
          <a:p>
            <a:pPr algn="ctr"/>
            <a:endParaRPr lang="en-FR" sz="1600" dirty="0">
              <a:solidFill>
                <a:srgbClr val="000000"/>
              </a:solidFill>
            </a:endParaRPr>
          </a:p>
        </p:txBody>
      </p:sp>
      <p:sp>
        <p:nvSpPr>
          <p:cNvPr id="18" name="Rounded Rectangle 17">
            <a:extLst>
              <a:ext uri="{FF2B5EF4-FFF2-40B4-BE49-F238E27FC236}">
                <a16:creationId xmlns:a16="http://schemas.microsoft.com/office/drawing/2014/main" id="{F8B3933B-588E-C1F4-7610-A509185D7F3D}"/>
              </a:ext>
            </a:extLst>
          </p:cNvPr>
          <p:cNvSpPr/>
          <p:nvPr/>
        </p:nvSpPr>
        <p:spPr>
          <a:xfrm>
            <a:off x="6130290" y="4159957"/>
            <a:ext cx="5205952" cy="853440"/>
          </a:xfrm>
          <a:prstGeom prst="round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sz="1600" dirty="0">
                <a:solidFill>
                  <a:srgbClr val="000000"/>
                </a:solidFill>
              </a:rPr>
              <a:t>Commonality4: Nativecode Executionand Protection</a:t>
            </a:r>
          </a:p>
          <a:p>
            <a:pPr algn="ctr"/>
            <a:r>
              <a:rPr lang="en-FR" sz="1600" dirty="0">
                <a:solidFill>
                  <a:srgbClr val="000000"/>
                </a:solidFill>
              </a:rPr>
              <a:t>Target Environment, Security Mechanism and policy</a:t>
            </a:r>
          </a:p>
        </p:txBody>
      </p:sp>
      <p:sp>
        <p:nvSpPr>
          <p:cNvPr id="19" name="Rounded Rectangle 18">
            <a:extLst>
              <a:ext uri="{FF2B5EF4-FFF2-40B4-BE49-F238E27FC236}">
                <a16:creationId xmlns:a16="http://schemas.microsoft.com/office/drawing/2014/main" id="{E6E19903-2CF7-8816-FBB6-0ECB1D15D36A}"/>
              </a:ext>
            </a:extLst>
          </p:cNvPr>
          <p:cNvSpPr/>
          <p:nvPr/>
        </p:nvSpPr>
        <p:spPr>
          <a:xfrm>
            <a:off x="6228205" y="5578416"/>
            <a:ext cx="3697272" cy="636693"/>
          </a:xfrm>
          <a:prstGeom prst="round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sz="1600" dirty="0">
                <a:solidFill>
                  <a:srgbClr val="000000"/>
                </a:solidFill>
              </a:rPr>
              <a:t>Commonality 5: U</a:t>
            </a:r>
            <a:r>
              <a:rPr lang="en-GB" sz="1600" dirty="0">
                <a:solidFill>
                  <a:srgbClr val="000000"/>
                </a:solidFill>
              </a:rPr>
              <a:t>s</a:t>
            </a:r>
            <a:r>
              <a:rPr lang="en-FR" sz="1600" dirty="0">
                <a:solidFill>
                  <a:srgbClr val="000000"/>
                </a:solidFill>
              </a:rPr>
              <a:t>erspace Operations</a:t>
            </a:r>
          </a:p>
        </p:txBody>
      </p:sp>
      <p:cxnSp>
        <p:nvCxnSpPr>
          <p:cNvPr id="20" name="Curved Connector 19">
            <a:extLst>
              <a:ext uri="{FF2B5EF4-FFF2-40B4-BE49-F238E27FC236}">
                <a16:creationId xmlns:a16="http://schemas.microsoft.com/office/drawing/2014/main" id="{3E136E60-1B4F-6DD1-67B7-B3E0901ED326}"/>
              </a:ext>
            </a:extLst>
          </p:cNvPr>
          <p:cNvCxnSpPr>
            <a:cxnSpLocks/>
          </p:cNvCxnSpPr>
          <p:nvPr/>
        </p:nvCxnSpPr>
        <p:spPr>
          <a:xfrm rot="5400000">
            <a:off x="8514733" y="3805020"/>
            <a:ext cx="330761" cy="320413"/>
          </a:xfrm>
          <a:prstGeom prst="curvedConnector3">
            <a:avLst>
              <a:gd name="adj1" fmla="val 50000"/>
            </a:avLst>
          </a:prstGeom>
          <a:ln w="47625">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22" name="Curved Connector 21">
            <a:extLst>
              <a:ext uri="{FF2B5EF4-FFF2-40B4-BE49-F238E27FC236}">
                <a16:creationId xmlns:a16="http://schemas.microsoft.com/office/drawing/2014/main" id="{5A26BA23-1CFB-ABCA-8BAC-E0F1A2D9C712}"/>
              </a:ext>
            </a:extLst>
          </p:cNvPr>
          <p:cNvCxnSpPr>
            <a:cxnSpLocks/>
            <a:endCxn id="19" idx="0"/>
          </p:cNvCxnSpPr>
          <p:nvPr/>
        </p:nvCxnSpPr>
        <p:spPr>
          <a:xfrm rot="5400000">
            <a:off x="7986635" y="5143683"/>
            <a:ext cx="524940" cy="344527"/>
          </a:xfrm>
          <a:prstGeom prst="curvedConnector3">
            <a:avLst>
              <a:gd name="adj1" fmla="val 50000"/>
            </a:avLst>
          </a:prstGeom>
          <a:ln w="47625">
            <a:solidFill>
              <a:schemeClr val="tx2"/>
            </a:solidFill>
            <a:prstDash val="sysDash"/>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E7B146E2-AB83-B835-D632-FA164E593931}"/>
              </a:ext>
            </a:extLst>
          </p:cNvPr>
          <p:cNvSpPr txBox="1"/>
          <p:nvPr/>
        </p:nvSpPr>
        <p:spPr>
          <a:xfrm>
            <a:off x="308717" y="2506137"/>
            <a:ext cx="5943600" cy="923330"/>
          </a:xfrm>
          <a:prstGeom prst="rect">
            <a:avLst/>
          </a:prstGeom>
          <a:noFill/>
        </p:spPr>
        <p:txBody>
          <a:bodyPr wrap="square" rtlCol="0">
            <a:spAutoFit/>
          </a:bodyPr>
          <a:lstStyle/>
          <a:p>
            <a:pPr algn="l"/>
            <a:r>
              <a:rPr lang="en-FR" sz="1800" dirty="0">
                <a:solidFill>
                  <a:schemeClr val="bg2"/>
                </a:solidFill>
                <a:latin typeface="+mj-lt"/>
              </a:rPr>
              <a:t>All the commonalities that are identified abide with eBPF functions and their difference in functionalities and upgradation with the timeline</a:t>
            </a:r>
          </a:p>
        </p:txBody>
      </p:sp>
      <p:sp>
        <p:nvSpPr>
          <p:cNvPr id="24" name="Oval 23">
            <a:extLst>
              <a:ext uri="{FF2B5EF4-FFF2-40B4-BE49-F238E27FC236}">
                <a16:creationId xmlns:a16="http://schemas.microsoft.com/office/drawing/2014/main" id="{CA732A24-943F-D1E2-DB18-87751272CBED}"/>
              </a:ext>
            </a:extLst>
          </p:cNvPr>
          <p:cNvSpPr/>
          <p:nvPr/>
        </p:nvSpPr>
        <p:spPr>
          <a:xfrm>
            <a:off x="259081" y="171450"/>
            <a:ext cx="185737" cy="18573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25" name="Oval 24">
            <a:extLst>
              <a:ext uri="{FF2B5EF4-FFF2-40B4-BE49-F238E27FC236}">
                <a16:creationId xmlns:a16="http://schemas.microsoft.com/office/drawing/2014/main" id="{B42A8BD4-41E1-9C8B-0B76-70900707389C}"/>
              </a:ext>
            </a:extLst>
          </p:cNvPr>
          <p:cNvSpPr/>
          <p:nvPr/>
        </p:nvSpPr>
        <p:spPr>
          <a:xfrm>
            <a:off x="500063" y="171450"/>
            <a:ext cx="185737" cy="185738"/>
          </a:xfrm>
          <a:prstGeom prst="ellips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26" name="Oval 25">
            <a:extLst>
              <a:ext uri="{FF2B5EF4-FFF2-40B4-BE49-F238E27FC236}">
                <a16:creationId xmlns:a16="http://schemas.microsoft.com/office/drawing/2014/main" id="{D7A8E3A2-CE42-45B5-7610-C12FCE037367}"/>
              </a:ext>
            </a:extLst>
          </p:cNvPr>
          <p:cNvSpPr/>
          <p:nvPr/>
        </p:nvSpPr>
        <p:spPr>
          <a:xfrm>
            <a:off x="741045" y="171450"/>
            <a:ext cx="185737" cy="185738"/>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Tree>
    <p:extLst>
      <p:ext uri="{BB962C8B-B14F-4D97-AF65-F5344CB8AC3E}">
        <p14:creationId xmlns:p14="http://schemas.microsoft.com/office/powerpoint/2010/main" val="3250735822"/>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A5DB397A-3F13-CF37-FBC9-509A8BCC815E}"/>
              </a:ext>
            </a:extLst>
          </p:cNvPr>
          <p:cNvSpPr/>
          <p:nvPr/>
        </p:nvSpPr>
        <p:spPr>
          <a:xfrm>
            <a:off x="741045" y="171450"/>
            <a:ext cx="185737" cy="185738"/>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4" name="Oval 3">
            <a:extLst>
              <a:ext uri="{FF2B5EF4-FFF2-40B4-BE49-F238E27FC236}">
                <a16:creationId xmlns:a16="http://schemas.microsoft.com/office/drawing/2014/main" id="{5E17D853-074D-35D7-38C6-1256DACC7333}"/>
              </a:ext>
            </a:extLst>
          </p:cNvPr>
          <p:cNvSpPr/>
          <p:nvPr/>
        </p:nvSpPr>
        <p:spPr>
          <a:xfrm>
            <a:off x="500063" y="171450"/>
            <a:ext cx="185737" cy="185738"/>
          </a:xfrm>
          <a:prstGeom prst="ellips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5" name="Oval 4">
            <a:extLst>
              <a:ext uri="{FF2B5EF4-FFF2-40B4-BE49-F238E27FC236}">
                <a16:creationId xmlns:a16="http://schemas.microsoft.com/office/drawing/2014/main" id="{F34064F5-127D-FA79-279F-4840B682EDBD}"/>
              </a:ext>
            </a:extLst>
          </p:cNvPr>
          <p:cNvSpPr/>
          <p:nvPr/>
        </p:nvSpPr>
        <p:spPr>
          <a:xfrm>
            <a:off x="259081" y="171450"/>
            <a:ext cx="185737" cy="18573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6" name="TextBox 5">
            <a:extLst>
              <a:ext uri="{FF2B5EF4-FFF2-40B4-BE49-F238E27FC236}">
                <a16:creationId xmlns:a16="http://schemas.microsoft.com/office/drawing/2014/main" id="{DCEA23E1-9EA2-C172-E40E-C9EB719549E4}"/>
              </a:ext>
            </a:extLst>
          </p:cNvPr>
          <p:cNvSpPr txBox="1"/>
          <p:nvPr/>
        </p:nvSpPr>
        <p:spPr>
          <a:xfrm>
            <a:off x="259081" y="671915"/>
            <a:ext cx="1252537" cy="1015663"/>
          </a:xfrm>
          <a:prstGeom prst="rect">
            <a:avLst/>
          </a:prstGeom>
          <a:noFill/>
        </p:spPr>
        <p:txBody>
          <a:bodyPr wrap="square" rtlCol="0">
            <a:spAutoFit/>
          </a:bodyPr>
          <a:lstStyle/>
          <a:p>
            <a:r>
              <a:rPr kumimoji="0" lang="en-FR" sz="6000" b="0" i="0" u="none" strike="noStrike" kern="1200" cap="none" spc="0" normalizeH="0" baseline="0" noProof="0" dirty="0">
                <a:ln>
                  <a:noFill/>
                </a:ln>
                <a:effectLst/>
                <a:uLnTx/>
                <a:uFillTx/>
                <a:latin typeface="Helvetica 75 Bold"/>
                <a:ea typeface="+mn-ea"/>
                <a:cs typeface="+mn-cs"/>
              </a:rPr>
              <a:t>06</a:t>
            </a:r>
            <a:endParaRPr lang="en-FR" sz="1800" dirty="0">
              <a:latin typeface="+mj-lt"/>
            </a:endParaRPr>
          </a:p>
        </p:txBody>
      </p:sp>
      <p:sp>
        <p:nvSpPr>
          <p:cNvPr id="7" name="TextBox 6">
            <a:extLst>
              <a:ext uri="{FF2B5EF4-FFF2-40B4-BE49-F238E27FC236}">
                <a16:creationId xmlns:a16="http://schemas.microsoft.com/office/drawing/2014/main" id="{7A08DDB7-85A9-5361-09C2-F037BE90873C}"/>
              </a:ext>
            </a:extLst>
          </p:cNvPr>
          <p:cNvSpPr txBox="1"/>
          <p:nvPr/>
        </p:nvSpPr>
        <p:spPr>
          <a:xfrm>
            <a:off x="351949" y="671915"/>
            <a:ext cx="1600200" cy="1015663"/>
          </a:xfrm>
          <a:prstGeom prst="rect">
            <a:avLst/>
          </a:prstGeom>
          <a:noFill/>
        </p:spPr>
        <p:txBody>
          <a:bodyPr wrap="square" rtlCol="0">
            <a:spAutoFit/>
          </a:bodyPr>
          <a:lstStyle/>
          <a:p>
            <a:r>
              <a:rPr kumimoji="0" lang="en-FR" sz="6000" b="0" i="0" u="none" strike="noStrike" kern="1200" cap="none" spc="0" normalizeH="0" baseline="0" noProof="0" dirty="0">
                <a:ln>
                  <a:noFill/>
                </a:ln>
                <a:solidFill>
                  <a:schemeClr val="bg2"/>
                </a:solidFill>
                <a:effectLst/>
                <a:uLnTx/>
                <a:uFillTx/>
                <a:latin typeface="Helvetica 75 Bold"/>
                <a:ea typeface="+mn-ea"/>
                <a:cs typeface="+mn-cs"/>
              </a:rPr>
              <a:t>06</a:t>
            </a:r>
            <a:endParaRPr lang="en-FR" sz="1800" dirty="0">
              <a:solidFill>
                <a:schemeClr val="bg2"/>
              </a:solidFill>
              <a:latin typeface="+mj-lt"/>
            </a:endParaRPr>
          </a:p>
        </p:txBody>
      </p:sp>
      <p:cxnSp>
        <p:nvCxnSpPr>
          <p:cNvPr id="8" name="Straight Connector 7">
            <a:extLst>
              <a:ext uri="{FF2B5EF4-FFF2-40B4-BE49-F238E27FC236}">
                <a16:creationId xmlns:a16="http://schemas.microsoft.com/office/drawing/2014/main" id="{B4B62E56-FF04-CDD5-F116-59A263C217E2}"/>
              </a:ext>
            </a:extLst>
          </p:cNvPr>
          <p:cNvCxnSpPr/>
          <p:nvPr/>
        </p:nvCxnSpPr>
        <p:spPr>
          <a:xfrm>
            <a:off x="1500189" y="552451"/>
            <a:ext cx="0" cy="1015663"/>
          </a:xfrm>
          <a:prstGeom prst="line">
            <a:avLst/>
          </a:prstGeom>
          <a:ln w="31750" cmpd="sng">
            <a:solidFill>
              <a:schemeClr val="tx2"/>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6CC4385-2AE2-3A99-E553-6075977F7396}"/>
              </a:ext>
            </a:extLst>
          </p:cNvPr>
          <p:cNvSpPr txBox="1"/>
          <p:nvPr/>
        </p:nvSpPr>
        <p:spPr>
          <a:xfrm>
            <a:off x="1604486" y="671915"/>
            <a:ext cx="10393680" cy="104644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FR" sz="4400" dirty="0">
                <a:solidFill>
                  <a:srgbClr val="FF7900"/>
                </a:solidFill>
                <a:latin typeface="Helvetica 75 Bold"/>
              </a:rPr>
              <a:t>Replication - BPFroid</a:t>
            </a:r>
            <a:endParaRPr kumimoji="0" lang="en-FR" sz="4400" b="0" i="0" u="none" strike="noStrike" kern="1200" cap="none" spc="0" normalizeH="0" baseline="0" noProof="0" dirty="0">
              <a:ln>
                <a:noFill/>
              </a:ln>
              <a:solidFill>
                <a:srgbClr val="FF7900"/>
              </a:solidFill>
              <a:effectLst/>
              <a:uLnTx/>
              <a:uFillTx/>
              <a:latin typeface="Helvetica 75 Bold"/>
              <a:ea typeface="+mn-ea"/>
              <a:cs typeface="+mn-cs"/>
            </a:endParaRPr>
          </a:p>
          <a:p>
            <a:pPr algn="l"/>
            <a:endParaRPr lang="en-FR" sz="1800" dirty="0">
              <a:latin typeface="+mj-lt"/>
            </a:endParaRPr>
          </a:p>
        </p:txBody>
      </p:sp>
      <p:sp>
        <p:nvSpPr>
          <p:cNvPr id="10" name="TextBox 9">
            <a:extLst>
              <a:ext uri="{FF2B5EF4-FFF2-40B4-BE49-F238E27FC236}">
                <a16:creationId xmlns:a16="http://schemas.microsoft.com/office/drawing/2014/main" id="{C3EEABEA-C363-D866-7706-203A6A807752}"/>
              </a:ext>
            </a:extLst>
          </p:cNvPr>
          <p:cNvSpPr txBox="1"/>
          <p:nvPr/>
        </p:nvSpPr>
        <p:spPr>
          <a:xfrm>
            <a:off x="885349" y="1807042"/>
            <a:ext cx="9817417" cy="4862870"/>
          </a:xfrm>
          <a:prstGeom prst="rect">
            <a:avLst/>
          </a:prstGeom>
          <a:noFill/>
        </p:spPr>
        <p:txBody>
          <a:bodyPr wrap="square" rtlCol="0">
            <a:spAutoFit/>
          </a:bodyPr>
          <a:lstStyle/>
          <a:p>
            <a:pPr marL="342900" marR="0" lvl="0" indent="-342900" algn="just">
              <a:lnSpc>
                <a:spcPct val="100000"/>
              </a:lnSpc>
              <a:spcBef>
                <a:spcPts val="0"/>
              </a:spcBef>
              <a:spcAft>
                <a:spcPts val="0"/>
              </a:spcAft>
              <a:buFont typeface="Wingdings" pitchFamily="2" charset="2"/>
              <a:buChar char="ü"/>
            </a:pPr>
            <a:r>
              <a:rPr lang="en-US" sz="20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BPFroid is a detection framework of a malware.</a:t>
            </a:r>
          </a:p>
          <a:p>
            <a:pPr marL="342900" marR="0" lvl="0" indent="-342900" algn="just">
              <a:lnSpc>
                <a:spcPct val="100000"/>
              </a:lnSpc>
              <a:spcBef>
                <a:spcPts val="0"/>
              </a:spcBef>
              <a:spcAft>
                <a:spcPts val="0"/>
              </a:spcAft>
              <a:buFont typeface="Wingdings" pitchFamily="2" charset="2"/>
              <a:buChar char="ü"/>
            </a:pPr>
            <a:r>
              <a:rPr lang="en-US" sz="2000" kern="100" dirty="0">
                <a:solidFill>
                  <a:schemeClr val="tx1"/>
                </a:solidFill>
                <a:latin typeface="Calibri" panose="020F0502020204030204" pitchFamily="34" charset="0"/>
                <a:ea typeface="Calibri" panose="020F0502020204030204" pitchFamily="34" charset="0"/>
                <a:cs typeface="Times New Roman" panose="02020603050405020304" pitchFamily="18" charset="0"/>
              </a:rPr>
              <a:t>BPFroid uses eBPF technology to monitor user application events in real device.</a:t>
            </a:r>
          </a:p>
          <a:p>
            <a:pPr marL="342900" marR="0" lvl="0" indent="-342900" algn="just">
              <a:lnSpc>
                <a:spcPct val="100000"/>
              </a:lnSpc>
              <a:spcBef>
                <a:spcPts val="0"/>
              </a:spcBef>
              <a:spcAft>
                <a:spcPts val="0"/>
              </a:spcAft>
              <a:buFont typeface="Wingdings" pitchFamily="2" charset="2"/>
              <a:buChar char="ü"/>
            </a:pPr>
            <a:r>
              <a:rPr lang="en-US" sz="20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It hooks these events into the kernel, preventing malware from bypassing monitoring.</a:t>
            </a:r>
          </a:p>
          <a:p>
            <a:pPr marL="342900" marR="0" lvl="0" indent="-342900" algn="just">
              <a:lnSpc>
                <a:spcPct val="100000"/>
              </a:lnSpc>
              <a:spcBef>
                <a:spcPts val="0"/>
              </a:spcBef>
              <a:spcAft>
                <a:spcPts val="0"/>
              </a:spcAft>
              <a:buFont typeface="Wingdings" pitchFamily="2" charset="2"/>
              <a:buChar char="ü"/>
            </a:pPr>
            <a:r>
              <a:rPr lang="en-US" sz="2000" kern="100" dirty="0">
                <a:solidFill>
                  <a:schemeClr val="tx1"/>
                </a:solidFill>
                <a:latin typeface="Calibri" panose="020F0502020204030204" pitchFamily="34" charset="0"/>
                <a:ea typeface="Calibri" panose="020F0502020204030204" pitchFamily="34" charset="0"/>
                <a:cs typeface="Times New Roman" panose="02020603050405020304" pitchFamily="18" charset="0"/>
              </a:rPr>
              <a:t>BPFroid follows hooking mechanism and does robust hooking mechanism inside Linux kernel.</a:t>
            </a:r>
            <a:endParaRPr lang="en-US" sz="2000" kern="1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0000"/>
              </a:lnSpc>
              <a:spcBef>
                <a:spcPts val="0"/>
              </a:spcBef>
              <a:spcAft>
                <a:spcPts val="0"/>
              </a:spcAft>
              <a:buFont typeface="Wingdings" pitchFamily="2" charset="2"/>
              <a:buChar char="ü"/>
            </a:pPr>
            <a:r>
              <a:rPr lang="en-US" sz="2000" kern="100" dirty="0">
                <a:solidFill>
                  <a:schemeClr val="tx1"/>
                </a:solidFill>
                <a:latin typeface="Calibri" panose="020F0502020204030204" pitchFamily="34" charset="0"/>
                <a:ea typeface="Calibri" panose="020F0502020204030204" pitchFamily="34" charset="0"/>
                <a:cs typeface="Times New Roman" panose="02020603050405020304" pitchFamily="18" charset="0"/>
              </a:rPr>
              <a:t>BPFroid traces all layer to keep in track of malware detection.</a:t>
            </a:r>
          </a:p>
          <a:p>
            <a:pPr marR="0" lvl="0" algn="just">
              <a:lnSpc>
                <a:spcPct val="100000"/>
              </a:lnSpc>
              <a:spcBef>
                <a:spcPts val="0"/>
              </a:spcBef>
              <a:spcAft>
                <a:spcPts val="0"/>
              </a:spcAft>
            </a:pPr>
            <a:r>
              <a:rPr lang="en-US" sz="20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Layers:</a:t>
            </a:r>
          </a:p>
          <a:p>
            <a:pPr marL="1143000" lvl="5" indent="-342900" algn="just">
              <a:spcBef>
                <a:spcPts val="0"/>
              </a:spcBef>
              <a:buFont typeface="Arial" panose="020B0604020202020204" pitchFamily="34" charset="0"/>
              <a:buChar char="•"/>
            </a:pPr>
            <a:r>
              <a:rPr lang="en-US" sz="20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API method invocation</a:t>
            </a:r>
          </a:p>
          <a:p>
            <a:pPr marL="1143000" lvl="5" indent="-342900" algn="just">
              <a:spcBef>
                <a:spcPts val="0"/>
              </a:spcBef>
              <a:buFont typeface="Arial" panose="020B0604020202020204" pitchFamily="34" charset="0"/>
              <a:buChar char="•"/>
            </a:pPr>
            <a:r>
              <a:rPr lang="en-US" sz="20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Native </a:t>
            </a:r>
            <a:r>
              <a:rPr lang="en-US" sz="2000" kern="1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librairies</a:t>
            </a:r>
            <a:r>
              <a:rPr lang="en-US" sz="20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function calls</a:t>
            </a:r>
          </a:p>
          <a:p>
            <a:pPr marL="1143000" lvl="5" indent="-342900" algn="just">
              <a:spcBef>
                <a:spcPts val="0"/>
              </a:spcBef>
              <a:buFont typeface="Arial" panose="020B0604020202020204" pitchFamily="34" charset="0"/>
              <a:buChar char="•"/>
            </a:pPr>
            <a:r>
              <a:rPr lang="en-US" sz="20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Direct system call</a:t>
            </a:r>
          </a:p>
          <a:p>
            <a:pPr marL="1143000" lvl="5" indent="-342900" algn="just">
              <a:spcBef>
                <a:spcPts val="0"/>
              </a:spcBef>
              <a:buFont typeface="Arial" panose="020B0604020202020204" pitchFamily="34" charset="0"/>
              <a:buChar char="•"/>
            </a:pPr>
            <a:r>
              <a:rPr lang="en-US" sz="20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Internal kernel function calls</a:t>
            </a:r>
          </a:p>
          <a:p>
            <a:r>
              <a:rPr lang="fr-FR" dirty="0" err="1">
                <a:latin typeface="Calibri" panose="020F0502020204030204" pitchFamily="34" charset="0"/>
                <a:cs typeface="Calibri" panose="020F0502020204030204" pitchFamily="34" charset="0"/>
              </a:rPr>
              <a:t>Tracee</a:t>
            </a:r>
            <a:r>
              <a:rPr lang="fr-FR" dirty="0">
                <a:latin typeface="Calibri" panose="020F0502020204030204" pitchFamily="34" charset="0"/>
                <a:cs typeface="Calibri" panose="020F0502020204030204" pitchFamily="34" charset="0"/>
              </a:rPr>
              <a:t>:</a:t>
            </a:r>
          </a:p>
          <a:p>
            <a:r>
              <a:rPr lang="en-US" sz="1800" dirty="0">
                <a:solidFill>
                  <a:schemeClr val="tx1"/>
                </a:solidFill>
                <a:latin typeface="Calibri" panose="020F0502020204030204" pitchFamily="34" charset="0"/>
                <a:cs typeface="Calibri" panose="020F0502020204030204" pitchFamily="34" charset="0"/>
              </a:rPr>
              <a:t>	 BPFroid is  build upon Tracee.</a:t>
            </a:r>
          </a:p>
          <a:p>
            <a:r>
              <a:rPr lang="en-US" sz="1800" dirty="0">
                <a:solidFill>
                  <a:schemeClr val="tx1"/>
                </a:solidFill>
                <a:latin typeface="Calibri" panose="020F0502020204030204" pitchFamily="34" charset="0"/>
                <a:cs typeface="Calibri" panose="020F0502020204030204" pitchFamily="34" charset="0"/>
              </a:rPr>
              <a:t>	  Developers expanded the </a:t>
            </a:r>
            <a:r>
              <a:rPr lang="en-US" sz="1800" dirty="0" err="1">
                <a:solidFill>
                  <a:schemeClr val="tx1"/>
                </a:solidFill>
                <a:latin typeface="Calibri" panose="020F0502020204030204" pitchFamily="34" charset="0"/>
                <a:cs typeface="Calibri" panose="020F0502020204030204" pitchFamily="34" charset="0"/>
              </a:rPr>
              <a:t>tracee’s</a:t>
            </a:r>
            <a:r>
              <a:rPr lang="en-US" sz="1800" dirty="0">
                <a:solidFill>
                  <a:schemeClr val="tx1"/>
                </a:solidFill>
                <a:latin typeface="Calibri" panose="020F0502020204030204" pitchFamily="34" charset="0"/>
                <a:cs typeface="Calibri" panose="020F0502020204030204" pitchFamily="34" charset="0"/>
              </a:rPr>
              <a:t> capabilities to support ARM64 devices and added 	  	  Uprobes support so we can trace android native library and android framework API calls.</a:t>
            </a:r>
          </a:p>
          <a:p>
            <a:pPr algn="l"/>
            <a:endParaRPr lang="en-FR" sz="1800" dirty="0">
              <a:latin typeface="+mj-lt"/>
            </a:endParaRPr>
          </a:p>
        </p:txBody>
      </p:sp>
    </p:spTree>
    <p:extLst>
      <p:ext uri="{BB962C8B-B14F-4D97-AF65-F5344CB8AC3E}">
        <p14:creationId xmlns:p14="http://schemas.microsoft.com/office/powerpoint/2010/main" val="1323887895"/>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C164051-A8BA-2025-9CB8-44562A8967D3}"/>
              </a:ext>
            </a:extLst>
          </p:cNvPr>
          <p:cNvSpPr txBox="1"/>
          <p:nvPr/>
        </p:nvSpPr>
        <p:spPr>
          <a:xfrm>
            <a:off x="1097280" y="1413927"/>
            <a:ext cx="9997440" cy="5078313"/>
          </a:xfrm>
          <a:prstGeom prst="rect">
            <a:avLst/>
          </a:prstGeom>
          <a:noFill/>
        </p:spPr>
        <p:txBody>
          <a:bodyPr wrap="square" rtlCol="0">
            <a:spAutoFit/>
          </a:bodyPr>
          <a:lstStyle/>
          <a:p>
            <a:r>
              <a:rPr lang="fr-FR" u="sng" dirty="0">
                <a:latin typeface="Calibri" panose="020F0502020204030204" pitchFamily="34" charset="0"/>
                <a:cs typeface="Calibri" panose="020F0502020204030204" pitchFamily="34" charset="0"/>
              </a:rPr>
              <a:t>BPF </a:t>
            </a:r>
            <a:r>
              <a:rPr lang="fr-FR" u="sng" dirty="0" err="1">
                <a:latin typeface="Calibri" panose="020F0502020204030204" pitchFamily="34" charset="0"/>
                <a:cs typeface="Calibri" panose="020F0502020204030204" pitchFamily="34" charset="0"/>
              </a:rPr>
              <a:t>based</a:t>
            </a:r>
            <a:r>
              <a:rPr lang="fr-FR" u="sng" dirty="0">
                <a:latin typeface="Calibri" panose="020F0502020204030204" pitchFamily="34" charset="0"/>
                <a:cs typeface="Calibri" panose="020F0502020204030204" pitchFamily="34" charset="0"/>
              </a:rPr>
              <a:t> monitoring: </a:t>
            </a:r>
          </a:p>
          <a:p>
            <a:endParaRPr lang="fr-FR" u="sng" dirty="0">
              <a:solidFill>
                <a:schemeClr val="tx1"/>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fr-FR" dirty="0">
                <a:latin typeface="Calibri" panose="020F0502020204030204" pitchFamily="34" charset="0"/>
                <a:cs typeface="Calibri" panose="020F0502020204030204" pitchFamily="34" charset="0"/>
              </a:rPr>
              <a:t>BPFroid uses BPF Linux </a:t>
            </a:r>
            <a:r>
              <a:rPr lang="fr-FR" dirty="0" err="1">
                <a:latin typeface="Calibri" panose="020F0502020204030204" pitchFamily="34" charset="0"/>
                <a:cs typeface="Calibri" panose="020F0502020204030204" pitchFamily="34" charset="0"/>
              </a:rPr>
              <a:t>technology</a:t>
            </a:r>
            <a:r>
              <a:rPr lang="fr-FR" dirty="0">
                <a:latin typeface="Calibri" panose="020F0502020204030204" pitchFamily="34" charset="0"/>
                <a:cs typeface="Calibri" panose="020F0502020204030204" pitchFamily="34" charset="0"/>
              </a:rPr>
              <a:t>.</a:t>
            </a:r>
          </a:p>
          <a:p>
            <a:pPr marL="285750" indent="-285750">
              <a:buFont typeface="Arial" panose="020B0604020202020204" pitchFamily="34" charset="0"/>
              <a:buChar char="•"/>
            </a:pPr>
            <a:r>
              <a:rPr lang="fr-FR" dirty="0">
                <a:latin typeface="Calibri" panose="020F0502020204030204" pitchFamily="34" charset="0"/>
                <a:cs typeface="Calibri" panose="020F0502020204030204" pitchFamily="34" charset="0"/>
              </a:rPr>
              <a:t>BPFroid traces events of Android </a:t>
            </a:r>
            <a:r>
              <a:rPr lang="fr-FR" dirty="0" err="1">
                <a:latin typeface="Calibri" panose="020F0502020204030204" pitchFamily="34" charset="0"/>
                <a:cs typeface="Calibri" panose="020F0502020204030204" pitchFamily="34" charset="0"/>
              </a:rPr>
              <a:t>framework</a:t>
            </a:r>
            <a:r>
              <a:rPr lang="fr-FR" dirty="0">
                <a:latin typeface="Calibri" panose="020F0502020204030204" pitchFamily="34" charset="0"/>
                <a:cs typeface="Calibri" panose="020F0502020204030204" pitchFamily="34" charset="0"/>
              </a:rPr>
              <a:t> API calls, native </a:t>
            </a:r>
            <a:r>
              <a:rPr lang="fr-FR" dirty="0" err="1">
                <a:latin typeface="Calibri" panose="020F0502020204030204" pitchFamily="34" charset="0"/>
                <a:cs typeface="Calibri" panose="020F0502020204030204" pitchFamily="34" charset="0"/>
              </a:rPr>
              <a:t>libraries</a:t>
            </a:r>
            <a:r>
              <a:rPr lang="fr-FR" dirty="0">
                <a:latin typeface="Calibri" panose="020F0502020204030204" pitchFamily="34" charset="0"/>
                <a:cs typeface="Calibri" panose="020F0502020204030204" pitchFamily="34" charset="0"/>
              </a:rPr>
              <a:t> </a:t>
            </a:r>
            <a:r>
              <a:rPr lang="fr-FR" dirty="0" err="1">
                <a:latin typeface="Calibri" panose="020F0502020204030204" pitchFamily="34" charset="0"/>
                <a:cs typeface="Calibri" panose="020F0502020204030204" pitchFamily="34" charset="0"/>
              </a:rPr>
              <a:t>functions</a:t>
            </a:r>
            <a:r>
              <a:rPr lang="fr-FR" dirty="0">
                <a:latin typeface="Calibri" panose="020F0502020204030204" pitchFamily="34" charset="0"/>
                <a:cs typeface="Calibri" panose="020F0502020204030204" pitchFamily="34" charset="0"/>
              </a:rPr>
              <a:t> calls, system             calls and </a:t>
            </a:r>
            <a:r>
              <a:rPr lang="fr-FR" dirty="0" err="1">
                <a:latin typeface="Calibri" panose="020F0502020204030204" pitchFamily="34" charset="0"/>
                <a:cs typeface="Calibri" panose="020F0502020204030204" pitchFamily="34" charset="0"/>
              </a:rPr>
              <a:t>internal</a:t>
            </a:r>
            <a:r>
              <a:rPr lang="fr-FR" dirty="0">
                <a:latin typeface="Calibri" panose="020F0502020204030204" pitchFamily="34" charset="0"/>
                <a:cs typeface="Calibri" panose="020F0502020204030204" pitchFamily="34" charset="0"/>
              </a:rPr>
              <a:t> kernel </a:t>
            </a:r>
            <a:r>
              <a:rPr lang="fr-FR" dirty="0" err="1">
                <a:latin typeface="Calibri" panose="020F0502020204030204" pitchFamily="34" charset="0"/>
                <a:cs typeface="Calibri" panose="020F0502020204030204" pitchFamily="34" charset="0"/>
              </a:rPr>
              <a:t>functions</a:t>
            </a:r>
            <a:r>
              <a:rPr lang="fr-FR" dirty="0">
                <a:latin typeface="Calibri" panose="020F0502020204030204" pitchFamily="34" charset="0"/>
                <a:cs typeface="Calibri" panose="020F0502020204030204" pitchFamily="34" charset="0"/>
              </a:rPr>
              <a:t>.</a:t>
            </a:r>
          </a:p>
          <a:p>
            <a:endParaRPr lang="fr-FR" dirty="0">
              <a:latin typeface="Calibri" panose="020F0502020204030204" pitchFamily="34" charset="0"/>
              <a:cs typeface="Calibri" panose="020F0502020204030204" pitchFamily="34" charset="0"/>
            </a:endParaRPr>
          </a:p>
          <a:p>
            <a:r>
              <a:rPr lang="fr-FR" u="sng" dirty="0" err="1">
                <a:latin typeface="Calibri" panose="020F0502020204030204" pitchFamily="34" charset="0"/>
                <a:cs typeface="Calibri" panose="020F0502020204030204" pitchFamily="34" charset="0"/>
              </a:rPr>
              <a:t>Robust</a:t>
            </a:r>
            <a:r>
              <a:rPr lang="fr-FR" u="sng" dirty="0">
                <a:latin typeface="Calibri" panose="020F0502020204030204" pitchFamily="34" charset="0"/>
                <a:cs typeface="Calibri" panose="020F0502020204030204" pitchFamily="34" charset="0"/>
              </a:rPr>
              <a:t> Malware </a:t>
            </a:r>
            <a:r>
              <a:rPr lang="fr-FR" u="sng" dirty="0" err="1">
                <a:latin typeface="Calibri" panose="020F0502020204030204" pitchFamily="34" charset="0"/>
                <a:cs typeface="Calibri" panose="020F0502020204030204" pitchFamily="34" charset="0"/>
              </a:rPr>
              <a:t>detection</a:t>
            </a:r>
            <a:r>
              <a:rPr lang="fr-FR" u="sng" dirty="0">
                <a:latin typeface="Calibri" panose="020F0502020204030204" pitchFamily="34" charset="0"/>
                <a:cs typeface="Calibri" panose="020F0502020204030204" pitchFamily="34" charset="0"/>
              </a:rPr>
              <a:t>:</a:t>
            </a:r>
          </a:p>
          <a:p>
            <a:endParaRPr lang="fr-FR" u="sng"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fr-FR" dirty="0">
                <a:solidFill>
                  <a:schemeClr val="tx1"/>
                </a:solidFill>
                <a:latin typeface="Calibri" panose="020F0502020204030204" pitchFamily="34" charset="0"/>
                <a:cs typeface="Calibri" panose="020F0502020204030204" pitchFamily="34" charset="0"/>
              </a:rPr>
              <a:t>BPFroid </a:t>
            </a:r>
            <a:r>
              <a:rPr lang="fr-FR" dirty="0" err="1">
                <a:solidFill>
                  <a:schemeClr val="tx1"/>
                </a:solidFill>
                <a:latin typeface="Calibri" panose="020F0502020204030204" pitchFamily="34" charset="0"/>
                <a:cs typeface="Calibri" panose="020F0502020204030204" pitchFamily="34" charset="0"/>
              </a:rPr>
              <a:t>method</a:t>
            </a:r>
            <a:r>
              <a:rPr lang="fr-FR" dirty="0">
                <a:solidFill>
                  <a:schemeClr val="tx1"/>
                </a:solidFill>
                <a:latin typeface="Calibri" panose="020F0502020204030204" pitchFamily="34" charset="0"/>
                <a:cs typeface="Calibri" panose="020F0502020204030204" pitchFamily="34" charset="0"/>
              </a:rPr>
              <a:t> leverages a linux kernel tracing </a:t>
            </a:r>
            <a:r>
              <a:rPr lang="fr-FR" dirty="0" err="1">
                <a:solidFill>
                  <a:schemeClr val="tx1"/>
                </a:solidFill>
                <a:latin typeface="Calibri" panose="020F0502020204030204" pitchFamily="34" charset="0"/>
                <a:cs typeface="Calibri" panose="020F0502020204030204" pitchFamily="34" charset="0"/>
              </a:rPr>
              <a:t>mechanism</a:t>
            </a:r>
            <a:r>
              <a:rPr lang="fr-FR" dirty="0">
                <a:solidFill>
                  <a:schemeClr val="tx1"/>
                </a:solidFill>
                <a:latin typeface="Calibri" panose="020F0502020204030204" pitchFamily="34" charset="0"/>
                <a:cs typeface="Calibri" panose="020F0502020204030204" pitchFamily="34" charset="0"/>
              </a:rPr>
              <a:t> </a:t>
            </a:r>
            <a:r>
              <a:rPr lang="fr-FR" dirty="0" err="1">
                <a:solidFill>
                  <a:schemeClr val="tx1"/>
                </a:solidFill>
                <a:latin typeface="Calibri" panose="020F0502020204030204" pitchFamily="34" charset="0"/>
                <a:cs typeface="Calibri" panose="020F0502020204030204" pitchFamily="34" charset="0"/>
              </a:rPr>
              <a:t>without</a:t>
            </a:r>
            <a:r>
              <a:rPr lang="fr-FR" dirty="0">
                <a:solidFill>
                  <a:schemeClr val="tx1"/>
                </a:solidFill>
                <a:latin typeface="Calibri" panose="020F0502020204030204" pitchFamily="34" charset="0"/>
                <a:cs typeface="Calibri" panose="020F0502020204030204" pitchFamily="34" charset="0"/>
              </a:rPr>
              <a:t> </a:t>
            </a:r>
            <a:r>
              <a:rPr lang="fr-FR" dirty="0" err="1">
                <a:solidFill>
                  <a:schemeClr val="tx1"/>
                </a:solidFill>
                <a:latin typeface="Calibri" panose="020F0502020204030204" pitchFamily="34" charset="0"/>
                <a:cs typeface="Calibri" panose="020F0502020204030204" pitchFamily="34" charset="0"/>
              </a:rPr>
              <a:t>tampering</a:t>
            </a:r>
            <a:r>
              <a:rPr lang="fr-FR" dirty="0">
                <a:solidFill>
                  <a:schemeClr val="tx1"/>
                </a:solidFill>
                <a:latin typeface="Calibri" panose="020F0502020204030204" pitchFamily="34" charset="0"/>
                <a:cs typeface="Calibri" panose="020F0502020204030204" pitchFamily="34" charset="0"/>
              </a:rPr>
              <a:t> </a:t>
            </a:r>
            <a:r>
              <a:rPr lang="fr-FR" dirty="0" err="1">
                <a:solidFill>
                  <a:schemeClr val="tx1"/>
                </a:solidFill>
                <a:latin typeface="Calibri" panose="020F0502020204030204" pitchFamily="34" charset="0"/>
                <a:cs typeface="Calibri" panose="020F0502020204030204" pitchFamily="34" charset="0"/>
              </a:rPr>
              <a:t>with</a:t>
            </a:r>
            <a:r>
              <a:rPr lang="fr-FR" dirty="0">
                <a:solidFill>
                  <a:schemeClr val="tx1"/>
                </a:solidFill>
                <a:latin typeface="Calibri" panose="020F0502020204030204" pitchFamily="34" charset="0"/>
                <a:cs typeface="Calibri" panose="020F0502020204030204" pitchFamily="34" charset="0"/>
              </a:rPr>
              <a:t> the system images,  the application packages or the kernel.</a:t>
            </a:r>
          </a:p>
          <a:p>
            <a:pPr marL="285750" indent="-285750">
              <a:buFont typeface="Arial" panose="020B0604020202020204" pitchFamily="34" charset="0"/>
              <a:buChar char="•"/>
            </a:pPr>
            <a:r>
              <a:rPr lang="fr-FR" dirty="0">
                <a:solidFill>
                  <a:schemeClr val="tx1"/>
                </a:solidFill>
                <a:latin typeface="Calibri" panose="020F0502020204030204" pitchFamily="34" charset="0"/>
                <a:cs typeface="Calibri" panose="020F0502020204030204" pitchFamily="34" charset="0"/>
              </a:rPr>
              <a:t>BPFroid uses </a:t>
            </a:r>
            <a:r>
              <a:rPr lang="fr-FR" dirty="0" err="1">
                <a:solidFill>
                  <a:schemeClr val="tx1"/>
                </a:solidFill>
                <a:latin typeface="Calibri" panose="020F0502020204030204" pitchFamily="34" charset="0"/>
                <a:cs typeface="Calibri" panose="020F0502020204030204" pitchFamily="34" charset="0"/>
              </a:rPr>
              <a:t>hooking</a:t>
            </a:r>
            <a:r>
              <a:rPr lang="fr-FR" dirty="0">
                <a:solidFill>
                  <a:schemeClr val="tx1"/>
                </a:solidFill>
                <a:latin typeface="Calibri" panose="020F0502020204030204" pitchFamily="34" charset="0"/>
                <a:cs typeface="Calibri" panose="020F0502020204030204" pitchFamily="34" charset="0"/>
              </a:rPr>
              <a:t> </a:t>
            </a:r>
            <a:r>
              <a:rPr lang="fr-FR" dirty="0" err="1">
                <a:solidFill>
                  <a:schemeClr val="tx1"/>
                </a:solidFill>
                <a:latin typeface="Calibri" panose="020F0502020204030204" pitchFamily="34" charset="0"/>
                <a:cs typeface="Calibri" panose="020F0502020204030204" pitchFamily="34" charset="0"/>
              </a:rPr>
              <a:t>mechanism</a:t>
            </a:r>
            <a:r>
              <a:rPr lang="fr-FR" dirty="0">
                <a:solidFill>
                  <a:schemeClr val="tx1"/>
                </a:solidFill>
                <a:latin typeface="Calibri" panose="020F0502020204030204" pitchFamily="34" charset="0"/>
                <a:cs typeface="Calibri" panose="020F0502020204030204" pitchFamily="34" charset="0"/>
              </a:rPr>
              <a:t>, </a:t>
            </a:r>
            <a:r>
              <a:rPr lang="fr-FR" dirty="0" err="1">
                <a:solidFill>
                  <a:schemeClr val="tx1"/>
                </a:solidFill>
                <a:latin typeface="Calibri" panose="020F0502020204030204" pitchFamily="34" charset="0"/>
                <a:cs typeface="Calibri" panose="020F0502020204030204" pitchFamily="34" charset="0"/>
              </a:rPr>
              <a:t>which</a:t>
            </a:r>
            <a:r>
              <a:rPr lang="fr-FR" dirty="0">
                <a:solidFill>
                  <a:schemeClr val="tx1"/>
                </a:solidFill>
                <a:latin typeface="Calibri" panose="020F0502020204030204" pitchFamily="34" charset="0"/>
                <a:cs typeface="Calibri" panose="020F0502020204030204" pitchFamily="34" charset="0"/>
              </a:rPr>
              <a:t> </a:t>
            </a:r>
            <a:r>
              <a:rPr lang="fr-FR" dirty="0" err="1">
                <a:solidFill>
                  <a:schemeClr val="tx1"/>
                </a:solidFill>
                <a:latin typeface="Calibri" panose="020F0502020204030204" pitchFamily="34" charset="0"/>
                <a:cs typeface="Calibri" panose="020F0502020204030204" pitchFamily="34" charset="0"/>
              </a:rPr>
              <a:t>happens</a:t>
            </a:r>
            <a:r>
              <a:rPr lang="fr-FR" dirty="0">
                <a:solidFill>
                  <a:schemeClr val="tx1"/>
                </a:solidFill>
                <a:latin typeface="Calibri" panose="020F0502020204030204" pitchFamily="34" charset="0"/>
                <a:cs typeface="Calibri" panose="020F0502020204030204" pitchFamily="34" charset="0"/>
              </a:rPr>
              <a:t> </a:t>
            </a:r>
            <a:r>
              <a:rPr lang="fr-FR" dirty="0" err="1">
                <a:solidFill>
                  <a:schemeClr val="tx1"/>
                </a:solidFill>
                <a:latin typeface="Calibri" panose="020F0502020204030204" pitchFamily="34" charset="0"/>
                <a:cs typeface="Calibri" panose="020F0502020204030204" pitchFamily="34" charset="0"/>
              </a:rPr>
              <a:t>inside</a:t>
            </a:r>
            <a:r>
              <a:rPr lang="fr-FR" dirty="0">
                <a:solidFill>
                  <a:schemeClr val="tx1"/>
                </a:solidFill>
                <a:latin typeface="Calibri" panose="020F0502020204030204" pitchFamily="34" charset="0"/>
                <a:cs typeface="Calibri" panose="020F0502020204030204" pitchFamily="34" charset="0"/>
              </a:rPr>
              <a:t> a VM in the kernel, </a:t>
            </a:r>
            <a:r>
              <a:rPr lang="fr-FR" dirty="0" err="1">
                <a:solidFill>
                  <a:schemeClr val="tx1"/>
                </a:solidFill>
                <a:latin typeface="Calibri" panose="020F0502020204030204" pitchFamily="34" charset="0"/>
                <a:cs typeface="Calibri" panose="020F0502020204030204" pitchFamily="34" charset="0"/>
              </a:rPr>
              <a:t>so</a:t>
            </a:r>
            <a:r>
              <a:rPr lang="fr-FR" dirty="0">
                <a:solidFill>
                  <a:schemeClr val="tx1"/>
                </a:solidFill>
                <a:latin typeface="Calibri" panose="020F0502020204030204" pitchFamily="34" charset="0"/>
                <a:cs typeface="Calibri" panose="020F0502020204030204" pitchFamily="34" charset="0"/>
              </a:rPr>
              <a:t> </a:t>
            </a:r>
            <a:r>
              <a:rPr lang="fr-FR" dirty="0" err="1">
                <a:solidFill>
                  <a:schemeClr val="tx1"/>
                </a:solidFill>
                <a:latin typeface="Calibri" panose="020F0502020204030204" pitchFamily="34" charset="0"/>
                <a:cs typeface="Calibri" panose="020F0502020204030204" pitchFamily="34" charset="0"/>
              </a:rPr>
              <a:t>it</a:t>
            </a:r>
            <a:r>
              <a:rPr lang="fr-FR" dirty="0">
                <a:solidFill>
                  <a:schemeClr val="tx1"/>
                </a:solidFill>
                <a:latin typeface="Calibri" panose="020F0502020204030204" pitchFamily="34" charset="0"/>
                <a:cs typeface="Calibri" panose="020F0502020204030204" pitchFamily="34" charset="0"/>
              </a:rPr>
              <a:t> </a:t>
            </a:r>
            <a:r>
              <a:rPr lang="fr-FR" dirty="0" err="1">
                <a:solidFill>
                  <a:schemeClr val="tx1"/>
                </a:solidFill>
                <a:latin typeface="Calibri" panose="020F0502020204030204" pitchFamily="34" charset="0"/>
                <a:cs typeface="Calibri" panose="020F0502020204030204" pitchFamily="34" charset="0"/>
              </a:rPr>
              <a:t>is</a:t>
            </a:r>
            <a:r>
              <a:rPr lang="fr-FR" dirty="0">
                <a:solidFill>
                  <a:schemeClr val="tx1"/>
                </a:solidFill>
                <a:latin typeface="Calibri" panose="020F0502020204030204" pitchFamily="34" charset="0"/>
                <a:cs typeface="Calibri" panose="020F0502020204030204" pitchFamily="34" charset="0"/>
              </a:rPr>
              <a:t> </a:t>
            </a:r>
            <a:r>
              <a:rPr lang="fr-FR" dirty="0" err="1">
                <a:solidFill>
                  <a:schemeClr val="tx1"/>
                </a:solidFill>
                <a:latin typeface="Calibri" panose="020F0502020204030204" pitchFamily="34" charset="0"/>
                <a:cs typeface="Calibri" panose="020F0502020204030204" pitchFamily="34" charset="0"/>
              </a:rPr>
              <a:t>robust</a:t>
            </a:r>
            <a:r>
              <a:rPr lang="fr-FR" dirty="0">
                <a:solidFill>
                  <a:schemeClr val="tx1"/>
                </a:solidFill>
                <a:latin typeface="Calibri" panose="020F0502020204030204" pitchFamily="34" charset="0"/>
                <a:cs typeface="Calibri" panose="020F0502020204030204" pitchFamily="34" charset="0"/>
              </a:rPr>
              <a:t> and can run </a:t>
            </a:r>
            <a:r>
              <a:rPr lang="fr-FR" dirty="0" err="1">
                <a:solidFill>
                  <a:schemeClr val="tx1"/>
                </a:solidFill>
                <a:latin typeface="Calibri" panose="020F0502020204030204" pitchFamily="34" charset="0"/>
                <a:cs typeface="Calibri" panose="020F0502020204030204" pitchFamily="34" charset="0"/>
              </a:rPr>
              <a:t>safely</a:t>
            </a:r>
            <a:r>
              <a:rPr lang="fr-FR" dirty="0">
                <a:solidFill>
                  <a:schemeClr val="tx1"/>
                </a:solidFill>
                <a:latin typeface="Calibri" panose="020F0502020204030204" pitchFamily="34" charset="0"/>
                <a:cs typeface="Calibri" panose="020F0502020204030204" pitchFamily="34" charset="0"/>
              </a:rPr>
              <a:t> on the real </a:t>
            </a:r>
            <a:r>
              <a:rPr lang="fr-FR" dirty="0" err="1">
                <a:solidFill>
                  <a:schemeClr val="tx1"/>
                </a:solidFill>
                <a:latin typeface="Calibri" panose="020F0502020204030204" pitchFamily="34" charset="0"/>
                <a:cs typeface="Calibri" panose="020F0502020204030204" pitchFamily="34" charset="0"/>
              </a:rPr>
              <a:t>devices</a:t>
            </a:r>
            <a:r>
              <a:rPr lang="fr-FR" dirty="0">
                <a:solidFill>
                  <a:schemeClr val="tx1"/>
                </a:solidFill>
                <a:latin typeface="Calibri" panose="020F0502020204030204" pitchFamily="34" charset="0"/>
                <a:cs typeface="Calibri" panose="020F0502020204030204" pitchFamily="34" charset="0"/>
              </a:rPr>
              <a:t>.</a:t>
            </a:r>
          </a:p>
          <a:p>
            <a:endParaRPr lang="fr-FR" dirty="0">
              <a:solidFill>
                <a:schemeClr val="tx1"/>
              </a:solidFill>
              <a:latin typeface="Calibri" panose="020F0502020204030204" pitchFamily="34" charset="0"/>
              <a:cs typeface="Calibri" panose="020F0502020204030204" pitchFamily="34" charset="0"/>
            </a:endParaRPr>
          </a:p>
          <a:p>
            <a:r>
              <a:rPr lang="fr-FR" u="sng" dirty="0">
                <a:latin typeface="Calibri" panose="020F0502020204030204" pitchFamily="34" charset="0"/>
                <a:cs typeface="Calibri" panose="020F0502020204030204" pitchFamily="34" charset="0"/>
              </a:rPr>
              <a:t>eBPF </a:t>
            </a:r>
            <a:r>
              <a:rPr lang="fr-FR" u="sng" dirty="0" err="1">
                <a:latin typeface="Calibri" panose="020F0502020204030204" pitchFamily="34" charset="0"/>
                <a:cs typeface="Calibri" panose="020F0502020204030204" pitchFamily="34" charset="0"/>
              </a:rPr>
              <a:t>based</a:t>
            </a:r>
            <a:r>
              <a:rPr lang="fr-FR" u="sng" dirty="0">
                <a:latin typeface="Calibri" panose="020F0502020204030204" pitchFamily="34" charset="0"/>
                <a:cs typeface="Calibri" panose="020F0502020204030204" pitchFamily="34" charset="0"/>
              </a:rPr>
              <a:t> </a:t>
            </a:r>
            <a:r>
              <a:rPr lang="fr-FR" u="sng" dirty="0" err="1">
                <a:latin typeface="Calibri" panose="020F0502020204030204" pitchFamily="34" charset="0"/>
                <a:cs typeface="Calibri" panose="020F0502020204030204" pitchFamily="34" charset="0"/>
              </a:rPr>
              <a:t>dynamic</a:t>
            </a:r>
            <a:r>
              <a:rPr lang="fr-FR" u="sng" dirty="0">
                <a:latin typeface="Calibri" panose="020F0502020204030204" pitchFamily="34" charset="0"/>
                <a:cs typeface="Calibri" panose="020F0502020204030204" pitchFamily="34" charset="0"/>
              </a:rPr>
              <a:t> </a:t>
            </a:r>
            <a:r>
              <a:rPr lang="fr-FR" u="sng" dirty="0" err="1">
                <a:latin typeface="Calibri" panose="020F0502020204030204" pitchFamily="34" charset="0"/>
                <a:cs typeface="Calibri" panose="020F0502020204030204" pitchFamily="34" charset="0"/>
              </a:rPr>
              <a:t>behavioural</a:t>
            </a:r>
            <a:r>
              <a:rPr lang="fr-FR" u="sng" dirty="0">
                <a:latin typeface="Calibri" panose="020F0502020204030204" pitchFamily="34" charset="0"/>
                <a:cs typeface="Calibri" panose="020F0502020204030204" pitchFamily="34" charset="0"/>
              </a:rPr>
              <a:t> signatures:</a:t>
            </a:r>
          </a:p>
          <a:p>
            <a:endParaRPr lang="fr-FR" u="sng"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fr-FR" dirty="0">
                <a:solidFill>
                  <a:schemeClr val="tx1"/>
                </a:solidFill>
                <a:latin typeface="Calibri" panose="020F0502020204030204" pitchFamily="34" charset="0"/>
                <a:cs typeface="Calibri" panose="020F0502020204030204" pitchFamily="34" charset="0"/>
              </a:rPr>
              <a:t>BPFroid </a:t>
            </a:r>
            <a:r>
              <a:rPr lang="fr-FR" dirty="0" err="1">
                <a:solidFill>
                  <a:schemeClr val="tx1"/>
                </a:solidFill>
                <a:latin typeface="Calibri" panose="020F0502020204030204" pitchFamily="34" charset="0"/>
                <a:cs typeface="Calibri" panose="020F0502020204030204" pitchFamily="34" charset="0"/>
              </a:rPr>
              <a:t>detect</a:t>
            </a:r>
            <a:r>
              <a:rPr lang="fr-FR" dirty="0">
                <a:solidFill>
                  <a:schemeClr val="tx1"/>
                </a:solidFill>
                <a:latin typeface="Calibri" panose="020F0502020204030204" pitchFamily="34" charset="0"/>
                <a:cs typeface="Calibri" panose="020F0502020204030204" pitchFamily="34" charset="0"/>
              </a:rPr>
              <a:t> </a:t>
            </a:r>
            <a:r>
              <a:rPr lang="fr-FR" dirty="0" err="1">
                <a:solidFill>
                  <a:schemeClr val="tx1"/>
                </a:solidFill>
                <a:latin typeface="Calibri" panose="020F0502020204030204" pitchFamily="34" charset="0"/>
                <a:cs typeface="Calibri" panose="020F0502020204030204" pitchFamily="34" charset="0"/>
              </a:rPr>
              <a:t>suspicious</a:t>
            </a:r>
            <a:r>
              <a:rPr lang="fr-FR" dirty="0">
                <a:solidFill>
                  <a:schemeClr val="tx1"/>
                </a:solidFill>
                <a:latin typeface="Calibri" panose="020F0502020204030204" pitchFamily="34" charset="0"/>
                <a:cs typeface="Calibri" panose="020F0502020204030204" pitchFamily="34" charset="0"/>
              </a:rPr>
              <a:t> </a:t>
            </a:r>
            <a:r>
              <a:rPr lang="fr-FR" dirty="0" err="1">
                <a:solidFill>
                  <a:schemeClr val="tx1"/>
                </a:solidFill>
                <a:latin typeface="Calibri" panose="020F0502020204030204" pitchFamily="34" charset="0"/>
                <a:cs typeface="Calibri" panose="020F0502020204030204" pitchFamily="34" charset="0"/>
              </a:rPr>
              <a:t>behaviours</a:t>
            </a:r>
            <a:r>
              <a:rPr lang="fr-FR" dirty="0">
                <a:solidFill>
                  <a:schemeClr val="tx1"/>
                </a:solidFill>
                <a:latin typeface="Calibri" panose="020F0502020204030204" pitchFamily="34" charset="0"/>
                <a:cs typeface="Calibri" panose="020F0502020204030204" pitchFamily="34" charset="0"/>
              </a:rPr>
              <a:t> and captures </a:t>
            </a:r>
            <a:r>
              <a:rPr lang="fr-FR" dirty="0" err="1">
                <a:solidFill>
                  <a:schemeClr val="tx1"/>
                </a:solidFill>
                <a:latin typeface="Calibri" panose="020F0502020204030204" pitchFamily="34" charset="0"/>
                <a:cs typeface="Calibri" panose="020F0502020204030204" pitchFamily="34" charset="0"/>
              </a:rPr>
              <a:t>forencis</a:t>
            </a:r>
            <a:r>
              <a:rPr lang="fr-FR" dirty="0">
                <a:solidFill>
                  <a:schemeClr val="tx1"/>
                </a:solidFill>
                <a:latin typeface="Calibri" panose="020F0502020204030204" pitchFamily="34" charset="0"/>
                <a:cs typeface="Calibri" panose="020F0502020204030204" pitchFamily="34" charset="0"/>
              </a:rPr>
              <a:t> </a:t>
            </a:r>
            <a:r>
              <a:rPr lang="fr-FR" dirty="0" err="1">
                <a:solidFill>
                  <a:schemeClr val="tx1"/>
                </a:solidFill>
                <a:latin typeface="Calibri" panose="020F0502020204030204" pitchFamily="34" charset="0"/>
                <a:cs typeface="Calibri" panose="020F0502020204030204" pitchFamily="34" charset="0"/>
              </a:rPr>
              <a:t>artifacts</a:t>
            </a:r>
            <a:r>
              <a:rPr lang="fr-FR" dirty="0">
                <a:solidFill>
                  <a:schemeClr val="tx1"/>
                </a:solidFill>
                <a:latin typeface="Calibri" panose="020F0502020204030204" pitchFamily="34" charset="0"/>
                <a:cs typeface="Calibri" panose="020F0502020204030204" pitchFamily="34" charset="0"/>
              </a:rPr>
              <a:t>.</a:t>
            </a:r>
          </a:p>
          <a:p>
            <a:endParaRPr lang="fr-FR" dirty="0">
              <a:solidFill>
                <a:schemeClr val="tx1"/>
              </a:solidFill>
              <a:latin typeface="Calibri" panose="020F0502020204030204" pitchFamily="34" charset="0"/>
              <a:cs typeface="Calibri" panose="020F0502020204030204" pitchFamily="34" charset="0"/>
            </a:endParaRPr>
          </a:p>
          <a:p>
            <a:pPr algn="l"/>
            <a:endParaRPr lang="en-FR" sz="1800" dirty="0">
              <a:latin typeface="+mj-lt"/>
            </a:endParaRPr>
          </a:p>
        </p:txBody>
      </p:sp>
      <p:sp>
        <p:nvSpPr>
          <p:cNvPr id="4" name="TextBox 3">
            <a:extLst>
              <a:ext uri="{FF2B5EF4-FFF2-40B4-BE49-F238E27FC236}">
                <a16:creationId xmlns:a16="http://schemas.microsoft.com/office/drawing/2014/main" id="{D2275C77-69BE-D4FC-6944-8D04D5C323B7}"/>
              </a:ext>
            </a:extLst>
          </p:cNvPr>
          <p:cNvSpPr txBox="1"/>
          <p:nvPr/>
        </p:nvSpPr>
        <p:spPr>
          <a:xfrm>
            <a:off x="609600" y="624840"/>
            <a:ext cx="8214360" cy="523220"/>
          </a:xfrm>
          <a:prstGeom prst="rect">
            <a:avLst/>
          </a:prstGeom>
          <a:noFill/>
        </p:spPr>
        <p:txBody>
          <a:bodyPr wrap="square" rtlCol="0">
            <a:spAutoFit/>
          </a:bodyPr>
          <a:lstStyle/>
          <a:p>
            <a:pPr algn="l"/>
            <a:r>
              <a:rPr lang="en-FR" sz="2800" dirty="0">
                <a:solidFill>
                  <a:schemeClr val="bg2"/>
                </a:solidFill>
                <a:latin typeface="+mj-lt"/>
              </a:rPr>
              <a:t>What BPFroid does?</a:t>
            </a:r>
          </a:p>
        </p:txBody>
      </p:sp>
      <p:sp>
        <p:nvSpPr>
          <p:cNvPr id="5" name="Oval 4">
            <a:extLst>
              <a:ext uri="{FF2B5EF4-FFF2-40B4-BE49-F238E27FC236}">
                <a16:creationId xmlns:a16="http://schemas.microsoft.com/office/drawing/2014/main" id="{5DE3A3A8-877F-BC58-8985-205093DCF211}"/>
              </a:ext>
            </a:extLst>
          </p:cNvPr>
          <p:cNvSpPr/>
          <p:nvPr/>
        </p:nvSpPr>
        <p:spPr>
          <a:xfrm>
            <a:off x="259081" y="171450"/>
            <a:ext cx="185737" cy="18573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6" name="Oval 5">
            <a:extLst>
              <a:ext uri="{FF2B5EF4-FFF2-40B4-BE49-F238E27FC236}">
                <a16:creationId xmlns:a16="http://schemas.microsoft.com/office/drawing/2014/main" id="{D4AA3F16-2222-00CC-87DF-AEFB2896F1A3}"/>
              </a:ext>
            </a:extLst>
          </p:cNvPr>
          <p:cNvSpPr/>
          <p:nvPr/>
        </p:nvSpPr>
        <p:spPr>
          <a:xfrm>
            <a:off x="500063" y="171450"/>
            <a:ext cx="185737" cy="185738"/>
          </a:xfrm>
          <a:prstGeom prst="ellips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7" name="Oval 6">
            <a:extLst>
              <a:ext uri="{FF2B5EF4-FFF2-40B4-BE49-F238E27FC236}">
                <a16:creationId xmlns:a16="http://schemas.microsoft.com/office/drawing/2014/main" id="{8FBD89C0-4DA0-D73D-9A14-FDACAAB099D7}"/>
              </a:ext>
            </a:extLst>
          </p:cNvPr>
          <p:cNvSpPr/>
          <p:nvPr/>
        </p:nvSpPr>
        <p:spPr>
          <a:xfrm>
            <a:off x="741045" y="171450"/>
            <a:ext cx="185737" cy="185738"/>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Tree>
    <p:extLst>
      <p:ext uri="{BB962C8B-B14F-4D97-AF65-F5344CB8AC3E}">
        <p14:creationId xmlns:p14="http://schemas.microsoft.com/office/powerpoint/2010/main" val="3279395081"/>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6903906-11F7-24CC-62F8-4E16AEABA03A}"/>
              </a:ext>
            </a:extLst>
          </p:cNvPr>
          <p:cNvPicPr/>
          <p:nvPr/>
        </p:nvPicPr>
        <p:blipFill>
          <a:blip r:embed="rId2"/>
          <a:stretch>
            <a:fillRect/>
          </a:stretch>
        </p:blipFill>
        <p:spPr>
          <a:xfrm>
            <a:off x="666432" y="1393507"/>
            <a:ext cx="5292408" cy="4519613"/>
          </a:xfrm>
          <a:prstGeom prst="rect">
            <a:avLst/>
          </a:prstGeom>
        </p:spPr>
      </p:pic>
      <p:sp>
        <p:nvSpPr>
          <p:cNvPr id="4" name="Oval 3">
            <a:extLst>
              <a:ext uri="{FF2B5EF4-FFF2-40B4-BE49-F238E27FC236}">
                <a16:creationId xmlns:a16="http://schemas.microsoft.com/office/drawing/2014/main" id="{AE7F98A3-15ED-16F9-0537-94B1520368C0}"/>
              </a:ext>
            </a:extLst>
          </p:cNvPr>
          <p:cNvSpPr/>
          <p:nvPr/>
        </p:nvSpPr>
        <p:spPr>
          <a:xfrm>
            <a:off x="259081" y="171450"/>
            <a:ext cx="185737" cy="18573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5" name="Oval 4">
            <a:extLst>
              <a:ext uri="{FF2B5EF4-FFF2-40B4-BE49-F238E27FC236}">
                <a16:creationId xmlns:a16="http://schemas.microsoft.com/office/drawing/2014/main" id="{14E02A29-E576-F9C3-BBBE-432A6AB2FF72}"/>
              </a:ext>
            </a:extLst>
          </p:cNvPr>
          <p:cNvSpPr/>
          <p:nvPr/>
        </p:nvSpPr>
        <p:spPr>
          <a:xfrm>
            <a:off x="500063" y="171450"/>
            <a:ext cx="185737" cy="185738"/>
          </a:xfrm>
          <a:prstGeom prst="ellips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6" name="Oval 5">
            <a:extLst>
              <a:ext uri="{FF2B5EF4-FFF2-40B4-BE49-F238E27FC236}">
                <a16:creationId xmlns:a16="http://schemas.microsoft.com/office/drawing/2014/main" id="{D9E8FE57-0531-9FD3-5ED4-DB391826520A}"/>
              </a:ext>
            </a:extLst>
          </p:cNvPr>
          <p:cNvSpPr/>
          <p:nvPr/>
        </p:nvSpPr>
        <p:spPr>
          <a:xfrm>
            <a:off x="741045" y="171450"/>
            <a:ext cx="185737" cy="185738"/>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7" name="TextBox 6">
            <a:extLst>
              <a:ext uri="{FF2B5EF4-FFF2-40B4-BE49-F238E27FC236}">
                <a16:creationId xmlns:a16="http://schemas.microsoft.com/office/drawing/2014/main" id="{99E10FDD-F105-723B-E4AB-6292883A553B}"/>
              </a:ext>
            </a:extLst>
          </p:cNvPr>
          <p:cNvSpPr txBox="1"/>
          <p:nvPr/>
        </p:nvSpPr>
        <p:spPr>
          <a:xfrm>
            <a:off x="592931" y="613737"/>
            <a:ext cx="7151688" cy="523220"/>
          </a:xfrm>
          <a:prstGeom prst="rect">
            <a:avLst/>
          </a:prstGeom>
          <a:noFill/>
        </p:spPr>
        <p:txBody>
          <a:bodyPr wrap="square" rtlCol="0">
            <a:spAutoFit/>
          </a:bodyPr>
          <a:lstStyle/>
          <a:p>
            <a:pPr algn="l"/>
            <a:r>
              <a:rPr lang="en-FR" sz="2800" dirty="0">
                <a:solidFill>
                  <a:schemeClr val="bg2"/>
                </a:solidFill>
                <a:latin typeface="+mj-lt"/>
              </a:rPr>
              <a:t>BPFroid Flow Diagram and Versions</a:t>
            </a:r>
            <a:endParaRPr lang="en-FR" sz="1800" dirty="0">
              <a:solidFill>
                <a:schemeClr val="bg2"/>
              </a:solidFill>
              <a:latin typeface="+mj-lt"/>
            </a:endParaRPr>
          </a:p>
        </p:txBody>
      </p:sp>
      <p:sp>
        <p:nvSpPr>
          <p:cNvPr id="8" name="Rounded Rectangle 7">
            <a:extLst>
              <a:ext uri="{FF2B5EF4-FFF2-40B4-BE49-F238E27FC236}">
                <a16:creationId xmlns:a16="http://schemas.microsoft.com/office/drawing/2014/main" id="{AC263D72-74F6-F020-A15D-BE6AAC94CEB5}"/>
              </a:ext>
            </a:extLst>
          </p:cNvPr>
          <p:cNvSpPr/>
          <p:nvPr/>
        </p:nvSpPr>
        <p:spPr>
          <a:xfrm>
            <a:off x="7196285" y="875347"/>
            <a:ext cx="4172755" cy="4782511"/>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10" name="Rounded Rectangle 9">
            <a:extLst>
              <a:ext uri="{FF2B5EF4-FFF2-40B4-BE49-F238E27FC236}">
                <a16:creationId xmlns:a16="http://schemas.microsoft.com/office/drawing/2014/main" id="{5385F4D5-7EDF-D1F0-22D1-457F9D4C2DFB}"/>
              </a:ext>
            </a:extLst>
          </p:cNvPr>
          <p:cNvSpPr/>
          <p:nvPr/>
        </p:nvSpPr>
        <p:spPr>
          <a:xfrm>
            <a:off x="7352813" y="1006152"/>
            <a:ext cx="4172755" cy="4782511"/>
          </a:xfrm>
          <a:prstGeom prst="roundRect">
            <a:avLst/>
          </a:prstGeom>
          <a:solidFill>
            <a:schemeClr val="accent1">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11" name="TextBox 10">
            <a:extLst>
              <a:ext uri="{FF2B5EF4-FFF2-40B4-BE49-F238E27FC236}">
                <a16:creationId xmlns:a16="http://schemas.microsoft.com/office/drawing/2014/main" id="{DE70C816-4E08-6A47-46D6-1AB5C3B47B7F}"/>
              </a:ext>
            </a:extLst>
          </p:cNvPr>
          <p:cNvSpPr txBox="1"/>
          <p:nvPr/>
        </p:nvSpPr>
        <p:spPr>
          <a:xfrm>
            <a:off x="7560542" y="1445893"/>
            <a:ext cx="3444240" cy="3970318"/>
          </a:xfrm>
          <a:prstGeom prst="rect">
            <a:avLst/>
          </a:prstGeom>
          <a:noFill/>
        </p:spPr>
        <p:txBody>
          <a:bodyPr wrap="square" rtlCol="0">
            <a:spAutoFit/>
          </a:bodyPr>
          <a:lstStyle/>
          <a:p>
            <a:pPr algn="l"/>
            <a:r>
              <a:rPr lang="en-FR" sz="1800" dirty="0">
                <a:latin typeface="+mj-lt"/>
              </a:rPr>
              <a:t>Android Version: 13</a:t>
            </a:r>
          </a:p>
          <a:p>
            <a:pPr algn="l"/>
            <a:endParaRPr lang="en-FR" sz="1800" dirty="0">
              <a:latin typeface="+mj-lt"/>
            </a:endParaRPr>
          </a:p>
          <a:p>
            <a:pPr algn="l"/>
            <a:r>
              <a:rPr lang="en-FR" dirty="0">
                <a:latin typeface="+mj-lt"/>
              </a:rPr>
              <a:t>Linux Kernel Version: 5.10</a:t>
            </a:r>
          </a:p>
          <a:p>
            <a:pPr algn="l"/>
            <a:endParaRPr lang="en-FR" dirty="0">
              <a:latin typeface="+mj-lt"/>
            </a:endParaRPr>
          </a:p>
          <a:p>
            <a:pPr algn="l"/>
            <a:r>
              <a:rPr lang="en-FR" dirty="0">
                <a:latin typeface="+mj-lt"/>
              </a:rPr>
              <a:t>Platforms U</a:t>
            </a:r>
            <a:r>
              <a:rPr lang="en-GB" dirty="0">
                <a:latin typeface="+mj-lt"/>
              </a:rPr>
              <a:t>s</a:t>
            </a:r>
            <a:r>
              <a:rPr lang="en-FR" dirty="0">
                <a:latin typeface="+mj-lt"/>
              </a:rPr>
              <a:t>ed: </a:t>
            </a:r>
          </a:p>
          <a:p>
            <a:pPr algn="l"/>
            <a:r>
              <a:rPr lang="en-FR" dirty="0">
                <a:latin typeface="+mj-lt"/>
              </a:rPr>
              <a:t>WSL &amp; Android Studio</a:t>
            </a:r>
          </a:p>
          <a:p>
            <a:endParaRPr lang="en-FR" sz="1800" dirty="0">
              <a:latin typeface="+mj-lt"/>
            </a:endParaRPr>
          </a:p>
          <a:p>
            <a:r>
              <a:rPr lang="en-GB" sz="1800" dirty="0">
                <a:effectLst/>
              </a:rPr>
              <a:t>In BPFroid replication process upon deploying </a:t>
            </a:r>
            <a:r>
              <a:rPr lang="en-GB" sz="1800" dirty="0" err="1">
                <a:effectLst/>
              </a:rPr>
              <a:t>tracee</a:t>
            </a:r>
            <a:r>
              <a:rPr lang="en-GB" sz="1800" dirty="0">
                <a:effectLst/>
              </a:rPr>
              <a:t>, I was able to see all the syscall, few API functions, UPROBES &amp; KPROBES operations.</a:t>
            </a:r>
            <a:endParaRPr lang="en-GB" dirty="0"/>
          </a:p>
          <a:p>
            <a:endParaRPr lang="en-FR" sz="1800" dirty="0"/>
          </a:p>
          <a:p>
            <a:pPr algn="l"/>
            <a:endParaRPr lang="en-FR" sz="1800" dirty="0">
              <a:latin typeface="+mj-lt"/>
            </a:endParaRPr>
          </a:p>
        </p:txBody>
      </p:sp>
      <p:pic>
        <p:nvPicPr>
          <p:cNvPr id="2" name="Picture 2" descr="Brand Guidelines – eBPF">
            <a:extLst>
              <a:ext uri="{FF2B5EF4-FFF2-40B4-BE49-F238E27FC236}">
                <a16:creationId xmlns:a16="http://schemas.microsoft.com/office/drawing/2014/main" id="{E81162C3-0DB9-205A-AB19-8CDC05BE51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732594">
            <a:off x="10253695" y="4816552"/>
            <a:ext cx="894348" cy="918807"/>
          </a:xfrm>
          <a:prstGeom prst="rect">
            <a:avLst/>
          </a:prstGeom>
          <a:noFill/>
          <a:effectLst>
            <a:glow>
              <a:schemeClr val="tx1">
                <a:lumMod val="85000"/>
              </a:schemeClr>
            </a:glow>
            <a:softEdge rad="13508"/>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7623223"/>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506FCCF-3067-4910-F2B3-4D5B4FA69AE1}"/>
              </a:ext>
            </a:extLst>
          </p:cNvPr>
          <p:cNvSpPr txBox="1"/>
          <p:nvPr/>
        </p:nvSpPr>
        <p:spPr>
          <a:xfrm>
            <a:off x="708338" y="566670"/>
            <a:ext cx="9826580" cy="738664"/>
          </a:xfrm>
          <a:prstGeom prst="rect">
            <a:avLst/>
          </a:prstGeom>
          <a:noFill/>
        </p:spPr>
        <p:txBody>
          <a:bodyPr wrap="square" rtlCol="0">
            <a:spAutoFit/>
          </a:bodyPr>
          <a:lstStyle/>
          <a:p>
            <a:pPr algn="l"/>
            <a:r>
              <a:rPr lang="en-FR" sz="2400" dirty="0">
                <a:solidFill>
                  <a:schemeClr val="bg2"/>
                </a:solidFill>
                <a:latin typeface="+mj-lt"/>
              </a:rPr>
              <a:t>Result:</a:t>
            </a:r>
          </a:p>
          <a:p>
            <a:pPr algn="l"/>
            <a:r>
              <a:rPr lang="en-FR" sz="1800" dirty="0">
                <a:latin typeface="+mj-lt"/>
              </a:rPr>
              <a:t>Monitor operations : System call, Uprobes, Kprobes, API</a:t>
            </a:r>
          </a:p>
        </p:txBody>
      </p:sp>
      <p:pic>
        <p:nvPicPr>
          <p:cNvPr id="4" name="Picture 3">
            <a:extLst>
              <a:ext uri="{FF2B5EF4-FFF2-40B4-BE49-F238E27FC236}">
                <a16:creationId xmlns:a16="http://schemas.microsoft.com/office/drawing/2014/main" id="{6B581743-D7F8-FB5D-8BB6-19AA5CA25F6A}"/>
              </a:ext>
            </a:extLst>
          </p:cNvPr>
          <p:cNvPicPr/>
          <p:nvPr/>
        </p:nvPicPr>
        <p:blipFill>
          <a:blip r:embed="rId2"/>
          <a:stretch>
            <a:fillRect/>
          </a:stretch>
        </p:blipFill>
        <p:spPr>
          <a:xfrm>
            <a:off x="4587874" y="1516948"/>
            <a:ext cx="6948806" cy="2424430"/>
          </a:xfrm>
          <a:prstGeom prst="rect">
            <a:avLst/>
          </a:prstGeom>
        </p:spPr>
      </p:pic>
      <p:pic>
        <p:nvPicPr>
          <p:cNvPr id="6" name="Picture 5">
            <a:extLst>
              <a:ext uri="{FF2B5EF4-FFF2-40B4-BE49-F238E27FC236}">
                <a16:creationId xmlns:a16="http://schemas.microsoft.com/office/drawing/2014/main" id="{D06C9874-E5B7-F4F8-1A38-0AAD13F0A3EC}"/>
              </a:ext>
            </a:extLst>
          </p:cNvPr>
          <p:cNvPicPr/>
          <p:nvPr/>
        </p:nvPicPr>
        <p:blipFill>
          <a:blip r:embed="rId3"/>
          <a:stretch>
            <a:fillRect/>
          </a:stretch>
        </p:blipFill>
        <p:spPr>
          <a:xfrm>
            <a:off x="4587874" y="4152992"/>
            <a:ext cx="6948806" cy="649062"/>
          </a:xfrm>
          <a:prstGeom prst="rect">
            <a:avLst/>
          </a:prstGeom>
        </p:spPr>
      </p:pic>
      <p:pic>
        <p:nvPicPr>
          <p:cNvPr id="7" name="Picture 6">
            <a:extLst>
              <a:ext uri="{FF2B5EF4-FFF2-40B4-BE49-F238E27FC236}">
                <a16:creationId xmlns:a16="http://schemas.microsoft.com/office/drawing/2014/main" id="{520FD47B-7F8C-A529-7D6D-99EAF70A8CB4}"/>
              </a:ext>
            </a:extLst>
          </p:cNvPr>
          <p:cNvPicPr/>
          <p:nvPr/>
        </p:nvPicPr>
        <p:blipFill>
          <a:blip r:embed="rId4"/>
          <a:stretch>
            <a:fillRect/>
          </a:stretch>
        </p:blipFill>
        <p:spPr>
          <a:xfrm>
            <a:off x="4587874" y="5013668"/>
            <a:ext cx="5760720" cy="1261110"/>
          </a:xfrm>
          <a:prstGeom prst="rect">
            <a:avLst/>
          </a:prstGeom>
        </p:spPr>
      </p:pic>
      <p:sp>
        <p:nvSpPr>
          <p:cNvPr id="8" name="TextBox 7">
            <a:extLst>
              <a:ext uri="{FF2B5EF4-FFF2-40B4-BE49-F238E27FC236}">
                <a16:creationId xmlns:a16="http://schemas.microsoft.com/office/drawing/2014/main" id="{F4939CEB-8C6E-2C4C-248B-D42F535CF80B}"/>
              </a:ext>
            </a:extLst>
          </p:cNvPr>
          <p:cNvSpPr txBox="1"/>
          <p:nvPr/>
        </p:nvSpPr>
        <p:spPr>
          <a:xfrm>
            <a:off x="586740" y="2190004"/>
            <a:ext cx="3688080" cy="646331"/>
          </a:xfrm>
          <a:prstGeom prst="rect">
            <a:avLst/>
          </a:prstGeom>
          <a:noFill/>
        </p:spPr>
        <p:txBody>
          <a:bodyPr wrap="square" rtlCol="0">
            <a:spAutoFit/>
          </a:bodyPr>
          <a:lstStyle/>
          <a:p>
            <a:pPr algn="l"/>
            <a:r>
              <a:rPr lang="en-FR" sz="1800" dirty="0"/>
              <a:t>Syscall – execve &amp; mknod</a:t>
            </a:r>
          </a:p>
          <a:p>
            <a:pPr algn="l"/>
            <a:r>
              <a:rPr lang="en-FR" dirty="0"/>
              <a:t>Kprobe – sched_process_exit</a:t>
            </a:r>
            <a:endParaRPr lang="en-FR" sz="1800" dirty="0"/>
          </a:p>
        </p:txBody>
      </p:sp>
      <p:sp>
        <p:nvSpPr>
          <p:cNvPr id="9" name="TextBox 8">
            <a:extLst>
              <a:ext uri="{FF2B5EF4-FFF2-40B4-BE49-F238E27FC236}">
                <a16:creationId xmlns:a16="http://schemas.microsoft.com/office/drawing/2014/main" id="{FCFB0555-CDDB-4FE1-D304-886793C822C8}"/>
              </a:ext>
            </a:extLst>
          </p:cNvPr>
          <p:cNvSpPr txBox="1"/>
          <p:nvPr/>
        </p:nvSpPr>
        <p:spPr>
          <a:xfrm>
            <a:off x="708338" y="4292857"/>
            <a:ext cx="2949262" cy="369332"/>
          </a:xfrm>
          <a:prstGeom prst="rect">
            <a:avLst/>
          </a:prstGeom>
          <a:noFill/>
        </p:spPr>
        <p:txBody>
          <a:bodyPr wrap="square" rtlCol="0">
            <a:spAutoFit/>
          </a:bodyPr>
          <a:lstStyle/>
          <a:p>
            <a:pPr algn="l"/>
            <a:r>
              <a:rPr lang="en-FR" sz="1800" dirty="0"/>
              <a:t>Syscall – Open</a:t>
            </a:r>
            <a:r>
              <a:rPr lang="en-FR" dirty="0"/>
              <a:t> &amp; lchown</a:t>
            </a:r>
            <a:endParaRPr lang="en-FR" sz="1800" dirty="0"/>
          </a:p>
        </p:txBody>
      </p:sp>
      <p:sp>
        <p:nvSpPr>
          <p:cNvPr id="10" name="TextBox 9">
            <a:extLst>
              <a:ext uri="{FF2B5EF4-FFF2-40B4-BE49-F238E27FC236}">
                <a16:creationId xmlns:a16="http://schemas.microsoft.com/office/drawing/2014/main" id="{3067956D-3E1E-F3E8-C681-2D40A99EF7F1}"/>
              </a:ext>
            </a:extLst>
          </p:cNvPr>
          <p:cNvSpPr txBox="1"/>
          <p:nvPr/>
        </p:nvSpPr>
        <p:spPr>
          <a:xfrm>
            <a:off x="586740" y="5321057"/>
            <a:ext cx="3581400" cy="646331"/>
          </a:xfrm>
          <a:prstGeom prst="rect">
            <a:avLst/>
          </a:prstGeom>
          <a:noFill/>
        </p:spPr>
        <p:txBody>
          <a:bodyPr wrap="square" rtlCol="0">
            <a:spAutoFit/>
          </a:bodyPr>
          <a:lstStyle/>
          <a:p>
            <a:pPr algn="l"/>
            <a:r>
              <a:rPr lang="en-GB" sz="1800" dirty="0"/>
              <a:t>S</a:t>
            </a:r>
            <a:r>
              <a:rPr lang="en-FR" sz="1800" dirty="0"/>
              <a:t>yscall – setgid </a:t>
            </a:r>
          </a:p>
          <a:p>
            <a:pPr algn="l"/>
            <a:r>
              <a:rPr lang="en-FR" dirty="0"/>
              <a:t>Uprobe – generic_api_uprobes</a:t>
            </a:r>
            <a:endParaRPr lang="en-FR" sz="1800" dirty="0"/>
          </a:p>
        </p:txBody>
      </p:sp>
    </p:spTree>
    <p:extLst>
      <p:ext uri="{BB962C8B-B14F-4D97-AF65-F5344CB8AC3E}">
        <p14:creationId xmlns:p14="http://schemas.microsoft.com/office/powerpoint/2010/main" val="1071470582"/>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F8F0B34-6A36-FE8C-D81F-DA1CA7B9BD63}"/>
              </a:ext>
            </a:extLst>
          </p:cNvPr>
          <p:cNvSpPr txBox="1"/>
          <p:nvPr/>
        </p:nvSpPr>
        <p:spPr>
          <a:xfrm>
            <a:off x="-24289" y="357188"/>
            <a:ext cx="1234440" cy="923330"/>
          </a:xfrm>
          <a:prstGeom prst="rect">
            <a:avLst/>
          </a:prstGeom>
          <a:noFill/>
        </p:spPr>
        <p:txBody>
          <a:bodyPr wrap="square" rtlCol="0">
            <a:spAutoFit/>
          </a:bodyPr>
          <a:lstStyle/>
          <a:p>
            <a:pPr algn="l"/>
            <a:r>
              <a:rPr lang="en-FR" sz="5400" dirty="0">
                <a:latin typeface="+mj-lt"/>
              </a:rPr>
              <a:t>07</a:t>
            </a:r>
            <a:endParaRPr lang="en-FR" sz="1800" dirty="0">
              <a:latin typeface="+mj-lt"/>
            </a:endParaRPr>
          </a:p>
        </p:txBody>
      </p:sp>
      <p:sp>
        <p:nvSpPr>
          <p:cNvPr id="5" name="TextBox 4">
            <a:extLst>
              <a:ext uri="{FF2B5EF4-FFF2-40B4-BE49-F238E27FC236}">
                <a16:creationId xmlns:a16="http://schemas.microsoft.com/office/drawing/2014/main" id="{266CD4DD-8946-A133-8280-F35F8A298C0E}"/>
              </a:ext>
            </a:extLst>
          </p:cNvPr>
          <p:cNvSpPr txBox="1"/>
          <p:nvPr/>
        </p:nvSpPr>
        <p:spPr>
          <a:xfrm>
            <a:off x="25349" y="295711"/>
            <a:ext cx="1234440"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FR" sz="5400" b="0" i="0" u="none" strike="noStrike" kern="1200" cap="none" spc="0" normalizeH="0" baseline="0" noProof="0" dirty="0">
                <a:ln>
                  <a:noFill/>
                </a:ln>
                <a:solidFill>
                  <a:schemeClr val="bg2"/>
                </a:solidFill>
                <a:effectLst/>
                <a:uLnTx/>
                <a:uFillTx/>
                <a:latin typeface="Helvetica 75 Bold"/>
                <a:ea typeface="+mn-ea"/>
                <a:cs typeface="+mn-cs"/>
              </a:rPr>
              <a:t>07</a:t>
            </a:r>
            <a:endParaRPr kumimoji="0" lang="en-FR" sz="1800" b="0" i="0" u="none" strike="noStrike" kern="1200" cap="none" spc="0" normalizeH="0" baseline="0" noProof="0" dirty="0">
              <a:ln>
                <a:noFill/>
              </a:ln>
              <a:solidFill>
                <a:schemeClr val="bg2"/>
              </a:solidFill>
              <a:effectLst/>
              <a:uLnTx/>
              <a:uFillTx/>
              <a:latin typeface="Helvetica 75 Bold"/>
              <a:ea typeface="+mn-ea"/>
              <a:cs typeface="+mn-cs"/>
            </a:endParaRPr>
          </a:p>
          <a:p>
            <a:pPr algn="l"/>
            <a:endParaRPr lang="en-FR" sz="1800" dirty="0">
              <a:latin typeface="+mj-lt"/>
            </a:endParaRPr>
          </a:p>
        </p:txBody>
      </p:sp>
      <p:cxnSp>
        <p:nvCxnSpPr>
          <p:cNvPr id="6" name="Straight Connector 5">
            <a:extLst>
              <a:ext uri="{FF2B5EF4-FFF2-40B4-BE49-F238E27FC236}">
                <a16:creationId xmlns:a16="http://schemas.microsoft.com/office/drawing/2014/main" id="{A3B1475B-EF14-CE48-01B6-17438508B974}"/>
              </a:ext>
            </a:extLst>
          </p:cNvPr>
          <p:cNvCxnSpPr/>
          <p:nvPr/>
        </p:nvCxnSpPr>
        <p:spPr>
          <a:xfrm>
            <a:off x="1182054" y="295711"/>
            <a:ext cx="0" cy="1015663"/>
          </a:xfrm>
          <a:prstGeom prst="line">
            <a:avLst/>
          </a:prstGeom>
          <a:ln w="31750" cmpd="sng">
            <a:solidFill>
              <a:schemeClr val="tx2"/>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3B0BF0E-BDBD-0355-053C-30A3CE3649F5}"/>
              </a:ext>
            </a:extLst>
          </p:cNvPr>
          <p:cNvSpPr txBox="1"/>
          <p:nvPr/>
        </p:nvSpPr>
        <p:spPr>
          <a:xfrm>
            <a:off x="1266183" y="517313"/>
            <a:ext cx="3108960" cy="646331"/>
          </a:xfrm>
          <a:prstGeom prst="rect">
            <a:avLst/>
          </a:prstGeom>
          <a:noFill/>
        </p:spPr>
        <p:txBody>
          <a:bodyPr wrap="square" rtlCol="0">
            <a:spAutoFit/>
          </a:bodyPr>
          <a:lstStyle/>
          <a:p>
            <a:pPr algn="l"/>
            <a:r>
              <a:rPr lang="en-FR" sz="3600" dirty="0">
                <a:solidFill>
                  <a:schemeClr val="bg2"/>
                </a:solidFill>
                <a:latin typeface="+mj-lt"/>
              </a:rPr>
              <a:t>Conclusion</a:t>
            </a:r>
            <a:endParaRPr lang="en-FR" sz="1800" dirty="0">
              <a:solidFill>
                <a:schemeClr val="bg2"/>
              </a:solidFill>
              <a:latin typeface="+mj-lt"/>
            </a:endParaRPr>
          </a:p>
        </p:txBody>
      </p:sp>
      <p:sp>
        <p:nvSpPr>
          <p:cNvPr id="8" name="Oval 7">
            <a:extLst>
              <a:ext uri="{FF2B5EF4-FFF2-40B4-BE49-F238E27FC236}">
                <a16:creationId xmlns:a16="http://schemas.microsoft.com/office/drawing/2014/main" id="{50A1522D-5519-1580-9449-2DF3CE57CA3C}"/>
              </a:ext>
            </a:extLst>
          </p:cNvPr>
          <p:cNvSpPr/>
          <p:nvPr/>
        </p:nvSpPr>
        <p:spPr>
          <a:xfrm>
            <a:off x="259081" y="171450"/>
            <a:ext cx="185737" cy="18573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9" name="Oval 8">
            <a:extLst>
              <a:ext uri="{FF2B5EF4-FFF2-40B4-BE49-F238E27FC236}">
                <a16:creationId xmlns:a16="http://schemas.microsoft.com/office/drawing/2014/main" id="{D4C1544A-AF92-985A-4FFD-44CB351B5CF5}"/>
              </a:ext>
            </a:extLst>
          </p:cNvPr>
          <p:cNvSpPr/>
          <p:nvPr/>
        </p:nvSpPr>
        <p:spPr>
          <a:xfrm>
            <a:off x="500063" y="171450"/>
            <a:ext cx="185737" cy="185738"/>
          </a:xfrm>
          <a:prstGeom prst="ellips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10" name="Oval 9">
            <a:extLst>
              <a:ext uri="{FF2B5EF4-FFF2-40B4-BE49-F238E27FC236}">
                <a16:creationId xmlns:a16="http://schemas.microsoft.com/office/drawing/2014/main" id="{6EA7E2D8-5D15-4BE4-465E-18D4060AFD6C}"/>
              </a:ext>
            </a:extLst>
          </p:cNvPr>
          <p:cNvSpPr/>
          <p:nvPr/>
        </p:nvSpPr>
        <p:spPr>
          <a:xfrm>
            <a:off x="741045" y="171450"/>
            <a:ext cx="185737" cy="185738"/>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1600" dirty="0">
              <a:solidFill>
                <a:srgbClr val="000000"/>
              </a:solidFill>
            </a:endParaRPr>
          </a:p>
        </p:txBody>
      </p:sp>
      <p:sp>
        <p:nvSpPr>
          <p:cNvPr id="2" name="TextBox 1">
            <a:extLst>
              <a:ext uri="{FF2B5EF4-FFF2-40B4-BE49-F238E27FC236}">
                <a16:creationId xmlns:a16="http://schemas.microsoft.com/office/drawing/2014/main" id="{D236D930-76BF-9728-7D0D-B83E41AB23E5}"/>
              </a:ext>
            </a:extLst>
          </p:cNvPr>
          <p:cNvSpPr txBox="1"/>
          <p:nvPr/>
        </p:nvSpPr>
        <p:spPr>
          <a:xfrm>
            <a:off x="351948" y="4268990"/>
            <a:ext cx="10950677" cy="2862322"/>
          </a:xfrm>
          <a:prstGeom prst="rect">
            <a:avLst/>
          </a:prstGeom>
          <a:noFill/>
        </p:spPr>
        <p:txBody>
          <a:bodyPr wrap="square" rtlCol="0">
            <a:spAutoFit/>
          </a:bodyPr>
          <a:lstStyle/>
          <a:p>
            <a:pPr algn="l"/>
            <a:r>
              <a:rPr lang="en-FR" u="sng" dirty="0">
                <a:latin typeface="+mj-lt"/>
              </a:rPr>
              <a:t>Cybersecurity Curriculum:</a:t>
            </a:r>
          </a:p>
          <a:p>
            <a:pPr algn="l"/>
            <a:endParaRPr lang="en-FR" dirty="0">
              <a:latin typeface="+mj-lt"/>
            </a:endParaRPr>
          </a:p>
          <a:p>
            <a:pPr algn="l"/>
            <a:r>
              <a:rPr lang="en-FR" dirty="0">
                <a:solidFill>
                  <a:srgbClr val="00B0F0"/>
                </a:solidFill>
                <a:latin typeface="+mj-lt"/>
              </a:rPr>
              <a:t>EPITA </a:t>
            </a:r>
          </a:p>
          <a:p>
            <a:pPr marL="285750" indent="-285750" algn="l">
              <a:buFont typeface="Arial" panose="020B0604020202020204" pitchFamily="34" charset="0"/>
              <a:buChar char="•"/>
            </a:pPr>
            <a:r>
              <a:rPr lang="en-FR" dirty="0"/>
              <a:t>Backbone of my cybersecurity journey</a:t>
            </a:r>
          </a:p>
          <a:p>
            <a:pPr marL="285750" indent="-285750" algn="l">
              <a:buFont typeface="Arial" panose="020B0604020202020204" pitchFamily="34" charset="0"/>
              <a:buChar char="•"/>
            </a:pPr>
            <a:r>
              <a:rPr lang="en-FR" dirty="0"/>
              <a:t>Subjects like Linux for Security, Data privacy by design helped with the internship subject.</a:t>
            </a:r>
          </a:p>
          <a:p>
            <a:pPr marL="285750" indent="-285750" algn="l">
              <a:buFont typeface="Arial" panose="020B0604020202020204" pitchFamily="34" charset="0"/>
              <a:buChar char="•"/>
            </a:pPr>
            <a:r>
              <a:rPr lang="en-FR" dirty="0"/>
              <a:t>Thankful to EPITA for providing a transformative learning environment.</a:t>
            </a:r>
          </a:p>
          <a:p>
            <a:pPr marL="285750" indent="-285750" algn="l">
              <a:buFont typeface="Arial" panose="020B0604020202020204" pitchFamily="34" charset="0"/>
              <a:buChar char="•"/>
            </a:pPr>
            <a:r>
              <a:rPr lang="en-GB" dirty="0"/>
              <a:t>A</a:t>
            </a:r>
            <a:r>
              <a:rPr lang="en-FR" dirty="0"/>
              <a:t> special thanks to my professors.</a:t>
            </a:r>
          </a:p>
          <a:p>
            <a:pPr marL="285750" indent="-285750" algn="l">
              <a:buFont typeface="Arial" panose="020B0604020202020204" pitchFamily="34" charset="0"/>
              <a:buChar char="•"/>
            </a:pPr>
            <a:endParaRPr lang="en-FR" dirty="0">
              <a:latin typeface="+mj-lt"/>
            </a:endParaRPr>
          </a:p>
          <a:p>
            <a:pPr marL="285750" indent="-285750" algn="l">
              <a:buFont typeface="Arial" panose="020B0604020202020204" pitchFamily="34" charset="0"/>
              <a:buChar char="•"/>
            </a:pPr>
            <a:endParaRPr lang="en-FR" dirty="0">
              <a:latin typeface="+mj-lt"/>
            </a:endParaRPr>
          </a:p>
          <a:p>
            <a:pPr marL="285750" indent="-285750" algn="l">
              <a:buFont typeface="Arial" panose="020B0604020202020204" pitchFamily="34" charset="0"/>
              <a:buChar char="•"/>
            </a:pPr>
            <a:endParaRPr lang="en-FR" dirty="0">
              <a:latin typeface="+mj-lt"/>
            </a:endParaRPr>
          </a:p>
        </p:txBody>
      </p:sp>
      <p:sp>
        <p:nvSpPr>
          <p:cNvPr id="11" name="TextBox 10">
            <a:extLst>
              <a:ext uri="{FF2B5EF4-FFF2-40B4-BE49-F238E27FC236}">
                <a16:creationId xmlns:a16="http://schemas.microsoft.com/office/drawing/2014/main" id="{A935A5A6-8A26-883C-C801-DD0A188EF775}"/>
              </a:ext>
            </a:extLst>
          </p:cNvPr>
          <p:cNvSpPr txBox="1"/>
          <p:nvPr/>
        </p:nvSpPr>
        <p:spPr>
          <a:xfrm>
            <a:off x="259081" y="1358607"/>
            <a:ext cx="10788445" cy="369332"/>
          </a:xfrm>
          <a:prstGeom prst="rect">
            <a:avLst/>
          </a:prstGeom>
          <a:noFill/>
        </p:spPr>
        <p:txBody>
          <a:bodyPr wrap="square" rtlCol="0">
            <a:spAutoFit/>
          </a:bodyPr>
          <a:lstStyle/>
          <a:p>
            <a:pPr algn="l"/>
            <a:r>
              <a:rPr lang="en-FR" sz="1800" dirty="0">
                <a:solidFill>
                  <a:schemeClr val="bg2"/>
                </a:solidFill>
                <a:latin typeface="+mj-lt"/>
              </a:rPr>
              <a:t>“Enhanced my knowledge towards eBPF and Mobile Security”</a:t>
            </a:r>
          </a:p>
        </p:txBody>
      </p:sp>
      <p:sp>
        <p:nvSpPr>
          <p:cNvPr id="12" name="TextBox 11">
            <a:extLst>
              <a:ext uri="{FF2B5EF4-FFF2-40B4-BE49-F238E27FC236}">
                <a16:creationId xmlns:a16="http://schemas.microsoft.com/office/drawing/2014/main" id="{2D094460-A300-ECEC-E444-A7A1B15365AD}"/>
              </a:ext>
            </a:extLst>
          </p:cNvPr>
          <p:cNvSpPr txBox="1"/>
          <p:nvPr/>
        </p:nvSpPr>
        <p:spPr>
          <a:xfrm>
            <a:off x="351948" y="1691003"/>
            <a:ext cx="10428668" cy="2862322"/>
          </a:xfrm>
          <a:prstGeom prst="rect">
            <a:avLst/>
          </a:prstGeom>
          <a:noFill/>
        </p:spPr>
        <p:txBody>
          <a:bodyPr wrap="square" rtlCol="0">
            <a:spAutoFit/>
          </a:bodyPr>
          <a:lstStyle/>
          <a:p>
            <a:r>
              <a:rPr lang="en-FR" u="sng" dirty="0">
                <a:latin typeface="+mj-lt"/>
              </a:rPr>
              <a:t>Professional Milestone and P</a:t>
            </a:r>
            <a:r>
              <a:rPr lang="en-GB" u="sng" dirty="0">
                <a:latin typeface="+mj-lt"/>
              </a:rPr>
              <a:t>e</a:t>
            </a:r>
            <a:r>
              <a:rPr lang="en-FR" u="sng" dirty="0">
                <a:latin typeface="+mj-lt"/>
              </a:rPr>
              <a:t>rsonal Growth:</a:t>
            </a:r>
          </a:p>
          <a:p>
            <a:endParaRPr lang="en-FR" dirty="0">
              <a:latin typeface="+mj-lt"/>
            </a:endParaRPr>
          </a:p>
          <a:p>
            <a:r>
              <a:rPr lang="en-FR" dirty="0">
                <a:solidFill>
                  <a:schemeClr val="bg2"/>
                </a:solidFill>
                <a:latin typeface="+mj-lt"/>
              </a:rPr>
              <a:t>Orange</a:t>
            </a:r>
            <a:r>
              <a:rPr lang="en-FR" dirty="0">
                <a:latin typeface="+mj-lt"/>
              </a:rPr>
              <a:t> </a:t>
            </a:r>
          </a:p>
          <a:p>
            <a:pPr marL="285750" indent="-285750">
              <a:buFont typeface="Arial" panose="020B0604020202020204" pitchFamily="34" charset="0"/>
              <a:buChar char="•"/>
            </a:pPr>
            <a:r>
              <a:rPr lang="en-FR" dirty="0"/>
              <a:t>Improved my skills in both research  analysis &amp; Addressing issues with Delpoyment.</a:t>
            </a:r>
          </a:p>
          <a:p>
            <a:pPr marL="285750" indent="-285750">
              <a:buFont typeface="Arial" panose="020B0604020202020204" pitchFamily="34" charset="0"/>
              <a:buChar char="•"/>
            </a:pPr>
            <a:r>
              <a:rPr lang="en-FR" dirty="0"/>
              <a:t>Deeply understand about eBPF and its security features.Global idea of how android and eBPF works.</a:t>
            </a:r>
          </a:p>
          <a:p>
            <a:pPr marL="285750" indent="-285750">
              <a:buFont typeface="Arial" panose="020B0604020202020204" pitchFamily="34" charset="0"/>
              <a:buChar char="•"/>
            </a:pPr>
            <a:r>
              <a:rPr lang="en-FR" dirty="0"/>
              <a:t>Experience with french based environment and improved my french skills.</a:t>
            </a:r>
          </a:p>
          <a:p>
            <a:pPr marL="285750" indent="-285750">
              <a:buFont typeface="Arial" panose="020B0604020202020204" pitchFamily="34" charset="0"/>
              <a:buChar char="•"/>
            </a:pPr>
            <a:r>
              <a:rPr lang="en-FR" dirty="0"/>
              <a:t>A special thanks to my mentor NICOLAS. Grateful to be part of orange innovation and par tof data privacy team. </a:t>
            </a:r>
            <a:endParaRPr lang="en-FR" sz="1800" dirty="0"/>
          </a:p>
          <a:p>
            <a:pPr algn="l"/>
            <a:endParaRPr lang="en-FR" sz="1800" dirty="0">
              <a:latin typeface="+mj-lt"/>
            </a:endParaRPr>
          </a:p>
        </p:txBody>
      </p:sp>
    </p:spTree>
    <p:extLst>
      <p:ext uri="{BB962C8B-B14F-4D97-AF65-F5344CB8AC3E}">
        <p14:creationId xmlns:p14="http://schemas.microsoft.com/office/powerpoint/2010/main" val="299918256"/>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9F2B9-0DCE-4BFF-E870-99827EDAE997}"/>
              </a:ext>
            </a:extLst>
          </p:cNvPr>
          <p:cNvSpPr>
            <a:spLocks noGrp="1"/>
          </p:cNvSpPr>
          <p:nvPr>
            <p:ph type="ctrTitle"/>
          </p:nvPr>
        </p:nvSpPr>
        <p:spPr>
          <a:xfrm>
            <a:off x="3196200" y="2646232"/>
            <a:ext cx="9681600" cy="3091200"/>
          </a:xfrm>
        </p:spPr>
        <p:txBody>
          <a:bodyPr/>
          <a:lstStyle/>
          <a:p>
            <a:r>
              <a:rPr lang="en-FR" dirty="0"/>
              <a:t>Thank You</a:t>
            </a:r>
          </a:p>
        </p:txBody>
      </p:sp>
    </p:spTree>
    <p:extLst>
      <p:ext uri="{BB962C8B-B14F-4D97-AF65-F5344CB8AC3E}">
        <p14:creationId xmlns:p14="http://schemas.microsoft.com/office/powerpoint/2010/main" val="1927717927"/>
      </p:ext>
    </p:extLst>
  </p:cSld>
  <p:clrMapOvr>
    <a:masterClrMapping/>
  </p:clrMapOvr>
  <mc:AlternateContent xmlns:mc="http://schemas.openxmlformats.org/markup-compatibility/2006" xmlns:p14="http://schemas.microsoft.com/office/powerpoint/2010/main">
    <mc:Choice Requires="p14">
      <p:transition spd="slow" p14:dur="1500" advTm="488">
        <p:split orient="vert"/>
      </p:transition>
    </mc:Choice>
    <mc:Fallback xmlns="">
      <p:transition spd="slow" advTm="488">
        <p:split orient="vert"/>
      </p:transition>
    </mc:Fallback>
  </mc:AlternateContent>
</p:sld>
</file>

<file path=ppt/theme/theme1.xml><?xml version="1.0" encoding="utf-8"?>
<a:theme xmlns:a="http://schemas.openxmlformats.org/drawingml/2006/main" name="Thème1">
  <a:themeElements>
    <a:clrScheme name="Orange WHT Secondary">
      <a:dk1>
        <a:srgbClr val="000000"/>
      </a:dk1>
      <a:lt1>
        <a:srgbClr val="FFFFFF"/>
      </a:lt1>
      <a:dk2>
        <a:srgbClr val="8F8F8F"/>
      </a:dk2>
      <a:lt2>
        <a:srgbClr val="FF7900"/>
      </a:lt2>
      <a:accent1>
        <a:srgbClr val="FF7900"/>
      </a:accent1>
      <a:accent2>
        <a:srgbClr val="4BB4E6"/>
      </a:accent2>
      <a:accent3>
        <a:srgbClr val="50BE87"/>
      </a:accent3>
      <a:accent4>
        <a:srgbClr val="FFB4E6"/>
      </a:accent4>
      <a:accent5>
        <a:srgbClr val="A885D8"/>
      </a:accent5>
      <a:accent6>
        <a:srgbClr val="FFD200"/>
      </a:accent6>
      <a:hlink>
        <a:srgbClr val="FF7900"/>
      </a:hlink>
      <a:folHlink>
        <a:srgbClr val="FF7900"/>
      </a:folHlink>
    </a:clrScheme>
    <a:fontScheme name="Orange">
      <a:majorFont>
        <a:latin typeface="Helvetica 75 Bold"/>
        <a:ea typeface=""/>
        <a:cs typeface=""/>
      </a:majorFont>
      <a:minorFont>
        <a:latin typeface="Helvetica 75 Bol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1600" dirty="0" smtClean="0">
            <a:solidFill>
              <a:srgbClr val="000000"/>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bodyPr wrap="none" lIns="0" tIns="0" rIns="0" bIns="0" rtlCol="0">
        <a:spAutoFit/>
      </a:bodyPr>
      <a:lstStyle>
        <a:defPPr>
          <a:defRPr sz="1400" dirty="0" err="1" smtClean="0"/>
        </a:defPPr>
      </a:lstStyle>
    </a:txDef>
  </a:objectDefaults>
  <a:extraClrSchemeLst/>
  <a:extLst>
    <a:ext uri="{05A4C25C-085E-4340-85A3-A5531E510DB2}">
      <thm15:themeFamily xmlns:thm15="http://schemas.microsoft.com/office/thememl/2012/main" name="OrangeInnovationDark" id="{607B9F10-8841-8B4B-BC9C-75A4D3CEE6DD}" vid="{EB4E9F55-FD8D-8442-A8D6-EFE1ED32E827}"/>
    </a:ext>
  </a:extLst>
</a:theme>
</file>

<file path=ppt/theme/theme2.xml><?xml version="1.0" encoding="utf-8"?>
<a:theme xmlns:a="http://schemas.openxmlformats.org/drawingml/2006/main" name="OrangeDark">
  <a:themeElements>
    <a:clrScheme name="Orange BLK Secondary">
      <a:dk1>
        <a:srgbClr val="FFFFFF"/>
      </a:dk1>
      <a:lt1>
        <a:srgbClr val="000000"/>
      </a:lt1>
      <a:dk2>
        <a:srgbClr val="8F8F8F"/>
      </a:dk2>
      <a:lt2>
        <a:srgbClr val="FF7900"/>
      </a:lt2>
      <a:accent1>
        <a:srgbClr val="D6D6D6"/>
      </a:accent1>
      <a:accent2>
        <a:srgbClr val="4BB4E6"/>
      </a:accent2>
      <a:accent3>
        <a:srgbClr val="50BE87"/>
      </a:accent3>
      <a:accent4>
        <a:srgbClr val="FFB4E6"/>
      </a:accent4>
      <a:accent5>
        <a:srgbClr val="A885D8"/>
      </a:accent5>
      <a:accent6>
        <a:srgbClr val="FFD200"/>
      </a:accent6>
      <a:hlink>
        <a:srgbClr val="FF7900"/>
      </a:hlink>
      <a:folHlink>
        <a:srgbClr val="FF7900"/>
      </a:folHlink>
    </a:clrScheme>
    <a:fontScheme name="Orange-75_55">
      <a:majorFont>
        <a:latin typeface="Helvetica 75 Bold"/>
        <a:ea typeface=""/>
        <a:cs typeface=""/>
        <a:font script="Jpan" typeface="ＭＳ 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Helvetica 55 Roman"/>
        <a:ea typeface=""/>
        <a:cs typeface=""/>
        <a:font script="Jpan" typeface="ＭＳ Ｐ明朝"/>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1600" dirty="0" smtClean="0">
            <a:solidFill>
              <a:srgbClr val="000000"/>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a:spAutoFit/>
      </a:bodyPr>
      <a:lstStyle>
        <a:defPPr algn="l">
          <a:defRPr sz="1800" dirty="0" smtClean="0">
            <a:latin typeface="+mj-lt"/>
          </a:defRPr>
        </a:defPPr>
      </a:lstStyle>
    </a:txDef>
  </a:objectDefaults>
  <a:extraClrSchemeLst/>
  <a:extLst>
    <a:ext uri="{05A4C25C-085E-4340-85A3-A5531E510DB2}">
      <thm15:themeFamily xmlns:thm15="http://schemas.microsoft.com/office/thememl/2012/main" name="OrangeInnovationDark" id="{607B9F10-8841-8B4B-BC9C-75A4D3CEE6DD}" vid="{193A6875-F49C-CF49-A167-32956D5E3671}"/>
    </a:ext>
  </a:extLst>
</a:theme>
</file>

<file path=ppt/theme/theme3.xml><?xml version="1.0" encoding="utf-8"?>
<a:theme xmlns:a="http://schemas.openxmlformats.org/drawingml/2006/main" name="1_Thème1">
  <a:themeElements>
    <a:clrScheme name="Orange WHT Secondary">
      <a:dk1>
        <a:srgbClr val="000000"/>
      </a:dk1>
      <a:lt1>
        <a:srgbClr val="FFFFFF"/>
      </a:lt1>
      <a:dk2>
        <a:srgbClr val="8F8F8F"/>
      </a:dk2>
      <a:lt2>
        <a:srgbClr val="FF7900"/>
      </a:lt2>
      <a:accent1>
        <a:srgbClr val="FF7900"/>
      </a:accent1>
      <a:accent2>
        <a:srgbClr val="4BB4E6"/>
      </a:accent2>
      <a:accent3>
        <a:srgbClr val="50BE87"/>
      </a:accent3>
      <a:accent4>
        <a:srgbClr val="FFB4E6"/>
      </a:accent4>
      <a:accent5>
        <a:srgbClr val="A885D8"/>
      </a:accent5>
      <a:accent6>
        <a:srgbClr val="FFD200"/>
      </a:accent6>
      <a:hlink>
        <a:srgbClr val="FF7900"/>
      </a:hlink>
      <a:folHlink>
        <a:srgbClr val="FF7900"/>
      </a:folHlink>
    </a:clrScheme>
    <a:fontScheme name="Orange">
      <a:majorFont>
        <a:latin typeface="Helvetica 75 Bold"/>
        <a:ea typeface=""/>
        <a:cs typeface=""/>
      </a:majorFont>
      <a:minorFont>
        <a:latin typeface="Helvetica 75 Bol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1600" dirty="0" smtClean="0">
            <a:solidFill>
              <a:srgbClr val="000000"/>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bodyPr wrap="none" lIns="0" tIns="0" rIns="0" bIns="0" rtlCol="0">
        <a:spAutoFit/>
      </a:bodyPr>
      <a:lstStyle>
        <a:defPPr>
          <a:defRPr sz="1400" dirty="0" err="1" smtClean="0"/>
        </a:defPPr>
      </a:lstStyle>
    </a:txDef>
  </a:objectDefaults>
  <a:extraClrSchemeLst/>
  <a:extLst>
    <a:ext uri="{05A4C25C-085E-4340-85A3-A5531E510DB2}">
      <thm15:themeFamily xmlns:thm15="http://schemas.microsoft.com/office/thememl/2012/main" name="OrangeInnovationDark" id="{607B9F10-8841-8B4B-BC9C-75A4D3CEE6DD}" vid="{FCC025B4-D35F-4046-B813-4945EB99C266}"/>
    </a:ext>
  </a:extLst>
</a:theme>
</file>

<file path=ppt/theme/theme4.xml><?xml version="1.0" encoding="utf-8"?>
<a:theme xmlns:a="http://schemas.openxmlformats.org/drawingml/2006/main" name="2_Thème1">
  <a:themeElements>
    <a:clrScheme name="Orange WHT Secondary">
      <a:dk1>
        <a:srgbClr val="000000"/>
      </a:dk1>
      <a:lt1>
        <a:srgbClr val="FFFFFF"/>
      </a:lt1>
      <a:dk2>
        <a:srgbClr val="8F8F8F"/>
      </a:dk2>
      <a:lt2>
        <a:srgbClr val="FF7900"/>
      </a:lt2>
      <a:accent1>
        <a:srgbClr val="FF7900"/>
      </a:accent1>
      <a:accent2>
        <a:srgbClr val="4BB4E6"/>
      </a:accent2>
      <a:accent3>
        <a:srgbClr val="50BE87"/>
      </a:accent3>
      <a:accent4>
        <a:srgbClr val="FFB4E6"/>
      </a:accent4>
      <a:accent5>
        <a:srgbClr val="A885D8"/>
      </a:accent5>
      <a:accent6>
        <a:srgbClr val="FFD200"/>
      </a:accent6>
      <a:hlink>
        <a:srgbClr val="FF7900"/>
      </a:hlink>
      <a:folHlink>
        <a:srgbClr val="FF7900"/>
      </a:folHlink>
    </a:clrScheme>
    <a:fontScheme name="Orange">
      <a:majorFont>
        <a:latin typeface="Helvetica 75 Bold"/>
        <a:ea typeface=""/>
        <a:cs typeface=""/>
      </a:majorFont>
      <a:minorFont>
        <a:latin typeface="Helvetica 75 Bol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1600" dirty="0" smtClean="0">
            <a:solidFill>
              <a:srgbClr val="000000"/>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bodyPr wrap="none" lIns="0" tIns="0" rIns="0" bIns="0" rtlCol="0">
        <a:spAutoFit/>
      </a:bodyPr>
      <a:lstStyle>
        <a:defPPr>
          <a:defRPr sz="1400" dirty="0" err="1" smtClean="0"/>
        </a:defPPr>
      </a:lstStyle>
    </a:txDef>
  </a:objectDefaults>
  <a:extraClrSchemeLst/>
  <a:extLst>
    <a:ext uri="{05A4C25C-085E-4340-85A3-A5531E510DB2}">
      <thm15:themeFamily xmlns:thm15="http://schemas.microsoft.com/office/thememl/2012/main" name="OrangeInnovationDark" id="{607B9F10-8841-8B4B-BC9C-75A4D3CEE6DD}" vid="{D5469223-FB7A-3643-9138-3757E7CF9046}"/>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07222825-62ea-40f3-96b5-5375c07996e2}" enabled="1" method="Privileged" siteId="{90c7a20a-f34b-40bf-bc48-b9253b6f5d20}" contentBits="0" removed="0"/>
</clbl:labelList>
</file>

<file path=docProps/app.xml><?xml version="1.0" encoding="utf-8"?>
<Properties xmlns="http://schemas.openxmlformats.org/officeDocument/2006/extended-properties" xmlns:vt="http://schemas.openxmlformats.org/officeDocument/2006/docPropsVTypes">
  <Template/>
  <TotalTime>2293</TotalTime>
  <Words>906</Words>
  <Application>Microsoft Macintosh PowerPoint</Application>
  <PresentationFormat>Widescreen</PresentationFormat>
  <Paragraphs>173</Paragraphs>
  <Slides>15</Slides>
  <Notes>5</Notes>
  <HiddenSlides>0</HiddenSlides>
  <MMClips>0</MMClips>
  <ScaleCrop>false</ScaleCrop>
  <HeadingPairs>
    <vt:vector size="6" baseType="variant">
      <vt:variant>
        <vt:lpstr>Fonts Used</vt:lpstr>
      </vt:variant>
      <vt:variant>
        <vt:i4>10</vt:i4>
      </vt:variant>
      <vt:variant>
        <vt:lpstr>Theme</vt:lpstr>
      </vt:variant>
      <vt:variant>
        <vt:i4>4</vt:i4>
      </vt:variant>
      <vt:variant>
        <vt:lpstr>Slide Titles</vt:lpstr>
      </vt:variant>
      <vt:variant>
        <vt:i4>15</vt:i4>
      </vt:variant>
    </vt:vector>
  </HeadingPairs>
  <TitlesOfParts>
    <vt:vector size="29" baseType="lpstr">
      <vt:lpstr>.SF NS</vt:lpstr>
      <vt:lpstr>Aptos</vt:lpstr>
      <vt:lpstr>Arial</vt:lpstr>
      <vt:lpstr>Calibri</vt:lpstr>
      <vt:lpstr>Helvetica</vt:lpstr>
      <vt:lpstr>Helvetica 55 Roman</vt:lpstr>
      <vt:lpstr>Helvetica 75</vt:lpstr>
      <vt:lpstr>Helvetica 75 Bold</vt:lpstr>
      <vt:lpstr>Verdana</vt:lpstr>
      <vt:lpstr>Wingdings</vt:lpstr>
      <vt:lpstr>Thème1</vt:lpstr>
      <vt:lpstr>OrangeDark</vt:lpstr>
      <vt:lpstr>1_Thème1</vt:lpstr>
      <vt:lpstr>2_Thème1</vt:lpstr>
      <vt:lpstr>Stage – Développeur Politique de Sécurité</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Stage – Developpeur Politique de securité</dc:title>
  <dc:creator>DEJON Nicolas INNOV/IT-S</dc:creator>
  <cp:lastModifiedBy>Ramya Radjesh</cp:lastModifiedBy>
  <cp:revision>8</cp:revision>
  <dcterms:created xsi:type="dcterms:W3CDTF">2024-07-17T08:39:53Z</dcterms:created>
  <dcterms:modified xsi:type="dcterms:W3CDTF">2024-09-04T19:07:40Z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Text">
    <vt:lpwstr>Orange Restricted</vt:lpwstr>
  </property>
</Properties>
</file>